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E85190-98DE-376B-E022-2A03F8F86E4E}" v="2" dt="2025-02-13T14:06:42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Paulo Torres Pimentel" userId="S::joao.torres@hapvida.com.br::9d2149ae-a41c-421d-8f16-e2041ff4508d" providerId="AD" clId="Web-{70E85190-98DE-376B-E022-2A03F8F86E4E}"/>
    <pc:docChg chg="modSld">
      <pc:chgData name="Joao Paulo Torres Pimentel" userId="S::joao.torres@hapvida.com.br::9d2149ae-a41c-421d-8f16-e2041ff4508d" providerId="AD" clId="Web-{70E85190-98DE-376B-E022-2A03F8F86E4E}" dt="2025-02-13T14:06:42.110" v="1"/>
      <pc:docMkLst>
        <pc:docMk/>
      </pc:docMkLst>
      <pc:sldChg chg="addSp delSp">
        <pc:chgData name="Joao Paulo Torres Pimentel" userId="S::joao.torres@hapvida.com.br::9d2149ae-a41c-421d-8f16-e2041ff4508d" providerId="AD" clId="Web-{70E85190-98DE-376B-E022-2A03F8F86E4E}" dt="2025-02-13T14:06:42.110" v="1"/>
        <pc:sldMkLst>
          <pc:docMk/>
          <pc:sldMk cId="2954714694" sldId="256"/>
        </pc:sldMkLst>
        <pc:picChg chg="add del">
          <ac:chgData name="Joao Paulo Torres Pimentel" userId="S::joao.torres@hapvida.com.br::9d2149ae-a41c-421d-8f16-e2041ff4508d" providerId="AD" clId="Web-{70E85190-98DE-376B-E022-2A03F8F86E4E}" dt="2025-02-13T14:06:42.110" v="1"/>
          <ac:picMkLst>
            <pc:docMk/>
            <pc:sldMk cId="2954714694" sldId="256"/>
            <ac:picMk id="14" creationId="{F6CD79F6-4A4F-4555-9EA1-EBBF2698534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DD3B-A89E-4F11-BC03-A6EC2D3C3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CF5F7-8240-46B3-9B58-189CADB8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3F4E7-616C-42E7-AA53-7D53A481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59AAD-5FFF-4C55-AE91-74879D35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A83A00-C2AA-40AA-9898-26BFCFA9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9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A9920-B79B-4806-AFC3-6B18FB41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ECF1E-EFE2-407B-94FD-7B20AE91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98B5D-16BC-4861-8D94-245E392B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2E305-2544-4735-B639-40C96838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B1A35A-8DF2-47E9-A4EF-4D673FC4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5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DD76B-5BBC-4080-944A-B684B1F4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A57D6-9D8A-49BD-891D-3FB4A487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831F4-C470-46E6-A682-B814BD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C8576-D5A3-49FF-AF46-45B12387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D2232-F8D3-426A-AB8B-1A412A61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0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4686D-7C47-4E04-BCEB-3821F570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24C2B-BFF9-4A25-BD5E-B69CCF793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242AF-4D20-47AB-9363-BB63DB6A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1E022C-49BB-4F66-B77E-43D227B3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16F0F-7FA9-4D3B-9718-4996582E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DB9501-C461-4A0B-8450-14546430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72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B6E27-5D78-4A69-BDE1-0697A2D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160F9-47B9-45A6-817E-2F638FF6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DA7551-F322-486F-B2CF-8AE5E12C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549817-B01A-4F77-B716-B7585BF09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EC9372-1182-4A24-9C9E-1212F25FC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A98BF5-B259-4849-B7DA-1588B00F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79DBB3-C0AD-4FF5-B33D-8C34B09C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CB255-A8B7-40B3-AA33-06D0212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8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93C1-CF34-49A8-9B7A-A49937BA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4AD72-C7B6-443E-82B6-262FC8D0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CFE4FF-6A89-4A43-9613-A54FC432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BB27D8-2D61-47FA-97F8-A5073722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2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1B2DCF-DD2B-4CAF-83EA-549C9AD4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5AB182-8F1E-4950-809D-15B1CC2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13C851-F495-4E93-BFD1-B862432E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2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9FB66-A81D-433B-8C22-6D859CB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9CC1A-872A-4C6F-823C-8E29BC36C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2A2822-AFE9-4C82-9881-A26FEFCF3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882C72-065F-48D0-8768-1F43AB81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38A36A-44B6-47E9-93AA-CC5E6A22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42288D-CC5B-4A49-99AC-7713E6D2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6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6140D-32EC-46F8-A9A5-1C6E75E4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5FC306-4FCB-4B18-B502-AE6582659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AC739-A323-4448-B8C4-2762F4FBB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16EFC2-DAD8-4248-8DC5-9A783477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E31B2-93F5-4D57-985F-B24ADB4E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0120D-5868-489F-9D49-B0EE4194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67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EBDD-1DA1-4F36-8FC5-71723EF9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60F00C-D951-481E-AFE8-184ED253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B54D75-17DA-4BEE-B769-B5A63D0E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7AF13-AB2C-453D-BAC5-8E62BBCD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5E0CB-E3AE-4604-B4CA-4FBFA1E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BE872F-3A91-4840-97AA-4DC75728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410A31-7ADE-4773-A5B3-20BC696D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40E3D7-B2B7-4538-9B3A-69401747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CD025-AAA9-4410-9427-D5B8ADF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D7061-3F4E-403C-A1DF-F6263546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7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D13E89-B7E6-4FB1-A198-5BF1FDC0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D2752-5C57-4465-BE4B-9741DF30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3C341-462D-4794-A7BD-062C008AB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123974-86EE-4C0F-9F68-A603C447E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6F05E-01A6-4646-9137-21207EF98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067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escovando, jovem, dentes, menina&#10;&#10;Descrição gerada automaticamente">
            <a:extLst>
              <a:ext uri="{FF2B5EF4-FFF2-40B4-BE49-F238E27FC236}">
                <a16:creationId xmlns:a16="http://schemas.microsoft.com/office/drawing/2014/main" id="{0BD8B262-CCD5-4F8D-B1B5-9AD3C3EFD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7B16049-1BA3-4FF6-80DB-9EA2A8575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657850"/>
            <a:ext cx="12192000" cy="120015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254EC6A7-5229-4949-AC57-9903374A26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53826" y="6053137"/>
            <a:ext cx="1857375" cy="40957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A05EE4E-D293-46CB-97FA-E6A09AD52D17}"/>
              </a:ext>
            </a:extLst>
          </p:cNvPr>
          <p:cNvSpPr txBox="1"/>
          <p:nvPr/>
        </p:nvSpPr>
        <p:spPr>
          <a:xfrm>
            <a:off x="725715" y="6001047"/>
            <a:ext cx="41470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Apresentação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F6CD79F6-4A4F-4555-9EA1-EBBF269853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91175" y="1167947"/>
            <a:ext cx="1009650" cy="1009650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683FD42C-7766-4C9B-AC82-1A5656D79B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86279" y="529772"/>
            <a:ext cx="8572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14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B53DD5AF-CA10-4A67-B8F6-EF1F71D2B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6372" y="195943"/>
            <a:ext cx="457200" cy="4572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913CD02B-E75B-487E-A0E8-EE72805C6C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560457"/>
            <a:ext cx="12192000" cy="119062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902E64C-2F1A-48A2-A0F6-DB16296AEA12}"/>
              </a:ext>
            </a:extLst>
          </p:cNvPr>
          <p:cNvSpPr txBox="1"/>
          <p:nvPr/>
        </p:nvSpPr>
        <p:spPr>
          <a:xfrm>
            <a:off x="1161143" y="957943"/>
            <a:ext cx="27510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0" dirty="0">
                <a:solidFill>
                  <a:srgbClr val="27439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DD1F9F6-46C3-4DF0-82F8-71B1785C15A6}"/>
              </a:ext>
            </a:extLst>
          </p:cNvPr>
          <p:cNvSpPr txBox="1"/>
          <p:nvPr/>
        </p:nvSpPr>
        <p:spPr>
          <a:xfrm>
            <a:off x="1335313" y="2281382"/>
            <a:ext cx="24865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27439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SUBTÍTULO</a:t>
            </a:r>
            <a:endParaRPr lang="pt-BR" sz="8000" dirty="0">
              <a:solidFill>
                <a:srgbClr val="27439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1BBBE6-CAAD-44D3-955C-43035C4C0BF9}"/>
              </a:ext>
            </a:extLst>
          </p:cNvPr>
          <p:cNvSpPr txBox="1"/>
          <p:nvPr/>
        </p:nvSpPr>
        <p:spPr>
          <a:xfrm>
            <a:off x="1335313" y="3429000"/>
            <a:ext cx="88972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ectetuer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nonummy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ut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laoreet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dolore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magna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erat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volutpat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wisi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ad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minim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veniam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quis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nostrud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exerci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tation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ullamcorper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suscipit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loborti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ectetuer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nonummy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ti</a:t>
            </a:r>
          </a:p>
          <a:p>
            <a:endParaRPr lang="pt-BR" dirty="0">
              <a:latin typeface="Pitang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81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D5900331-2EDB-4A79-9F1C-B0A497761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7327" y="2872921"/>
            <a:ext cx="5017345" cy="111215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0083BFBE-4E17-49E0-939D-735DDBE678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07511" y="6590539"/>
            <a:ext cx="12660767" cy="27309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50D23B4-6391-4622-8C7A-E1B0989DD3B6}"/>
              </a:ext>
            </a:extLst>
          </p:cNvPr>
          <p:cNvSpPr txBox="1"/>
          <p:nvPr/>
        </p:nvSpPr>
        <p:spPr>
          <a:xfrm>
            <a:off x="221256" y="6603976"/>
            <a:ext cx="118032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 err="1">
                <a:latin typeface="Pitanga Light" panose="020B0403020203020204" pitchFamily="34" charset="0"/>
              </a:rPr>
              <a:t>Reponsável</a:t>
            </a:r>
            <a:r>
              <a:rPr lang="pt-BR" sz="1000" dirty="0">
                <a:latin typeface="Pitanga Light" panose="020B0403020203020204" pitchFamily="34" charset="0"/>
              </a:rPr>
              <a:t> Técnico: Dr. Francisco Floriano Delgado Perdigão - CRM/CE 4953 | Diretor Médico da </a:t>
            </a:r>
            <a:r>
              <a:rPr lang="pt-BR" sz="1000" dirty="0" err="1">
                <a:latin typeface="Pitanga Light" panose="020B0403020203020204" pitchFamily="34" charset="0"/>
              </a:rPr>
              <a:t>NotreDame</a:t>
            </a:r>
            <a:r>
              <a:rPr lang="pt-BR" sz="1000" dirty="0">
                <a:latin typeface="Pitanga Light" panose="020B0403020203020204" pitchFamily="34" charset="0"/>
              </a:rPr>
              <a:t> Intermédica: Dr. Rodolfo Pires de Albuquerque - CRM/SP 40137</a:t>
            </a:r>
          </a:p>
        </p:txBody>
      </p:sp>
    </p:spTree>
    <p:extLst>
      <p:ext uri="{BB962C8B-B14F-4D97-AF65-F5344CB8AC3E}">
        <p14:creationId xmlns:p14="http://schemas.microsoft.com/office/powerpoint/2010/main" val="28921309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ef94a3-6d42-4c9e-8cca-d25e171edf55" xsi:nil="true"/>
    <lcf76f155ced4ddcb4097134ff3c332f xmlns="8c47632e-f6f4-466b-b0d0-588b29b5bf1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43E72E677B5418F65344B8F9625B8" ma:contentTypeVersion="13" ma:contentTypeDescription="Create a new document." ma:contentTypeScope="" ma:versionID="9b7c6091a8065acca16dbd6d886ea45f">
  <xsd:schema xmlns:xsd="http://www.w3.org/2001/XMLSchema" xmlns:xs="http://www.w3.org/2001/XMLSchema" xmlns:p="http://schemas.microsoft.com/office/2006/metadata/properties" xmlns:ns2="8c47632e-f6f4-466b-b0d0-588b29b5bf13" xmlns:ns3="3def94a3-6d42-4c9e-8cca-d25e171edf55" targetNamespace="http://schemas.microsoft.com/office/2006/metadata/properties" ma:root="true" ma:fieldsID="17b4f5635420ce7267ce584baab8090d" ns2:_="" ns3:_="">
    <xsd:import namespace="8c47632e-f6f4-466b-b0d0-588b29b5bf13"/>
    <xsd:import namespace="3def94a3-6d42-4c9e-8cca-d25e171edf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47632e-f6f4-466b-b0d0-588b29b5b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b9fa872-9146-4a37-bd18-27b38c3134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ef94a3-6d42-4c9e-8cca-d25e171edf5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03cb831-a9f1-4d46-93c8-45b84de82d74}" ma:internalName="TaxCatchAll" ma:showField="CatchAllData" ma:web="3def94a3-6d42-4c9e-8cca-d25e171edf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3B927B-966A-4570-8174-F4A062D91A44}">
  <ds:schemaRefs>
    <ds:schemaRef ds:uri="http://schemas.microsoft.com/office/2006/metadata/properties"/>
    <ds:schemaRef ds:uri="http://schemas.microsoft.com/office/infopath/2007/PartnerControls"/>
    <ds:schemaRef ds:uri="3def94a3-6d42-4c9e-8cca-d25e171edf55"/>
    <ds:schemaRef ds:uri="8c47632e-f6f4-466b-b0d0-588b29b5bf13"/>
  </ds:schemaRefs>
</ds:datastoreItem>
</file>

<file path=customXml/itemProps2.xml><?xml version="1.0" encoding="utf-8"?>
<ds:datastoreItem xmlns:ds="http://schemas.openxmlformats.org/officeDocument/2006/customXml" ds:itemID="{7F0405F8-7C50-46DE-AAB4-738335D97DFA}"/>
</file>

<file path=customXml/itemProps3.xml><?xml version="1.0" encoding="utf-8"?>
<ds:datastoreItem xmlns:ds="http://schemas.openxmlformats.org/officeDocument/2006/customXml" ds:itemID="{0FFE7723-B2FA-4C0D-A1FF-D7E9F08B0C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92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Machado</dc:creator>
  <cp:lastModifiedBy>Luís Machado</cp:lastModifiedBy>
  <cp:revision>10</cp:revision>
  <dcterms:created xsi:type="dcterms:W3CDTF">2025-01-29T18:17:09Z</dcterms:created>
  <dcterms:modified xsi:type="dcterms:W3CDTF">2025-02-13T14:06:49Z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0x01010002743E72E677B5418F65344B8F9625B8</vt:lpwstr>
  </property>
  <property fmtid="{D5CDD505-2E9C-101B-9397-08002B2CF9AE}" pid="3" name="MediaServiceImageTags">
    <vt:lpwstr/>
  </property>
</Properties>
</file>