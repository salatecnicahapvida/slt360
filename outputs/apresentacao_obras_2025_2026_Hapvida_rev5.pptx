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4" r:id="rId10"/>
    <p:sldId id="265" r:id="rId11"/>
    <p:sldId id="266" r:id="rId12"/>
    <p:sldId id="267" r:id="rId13"/>
    <p:sldId id="263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E6F36-02A6-4C84-9AA7-1DADA54EE867}" v="6" dt="2026-08-14T15:58:49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undo custSel mod addSld delSld modSld modMainMaster">
      <pc:chgData name="THALLES DAVIDY GONDIN DA SILVEIRA" userId="a3416262-0fac-4856-884e-2c0d7e6e898d" providerId="ADAL" clId="{1418AD27-A7E6-4FFD-8E07-7066023A75C3}" dt="2026-08-14T16:03:07.988" v="277" actId="20577"/>
      <pc:docMkLst>
        <pc:docMk/>
      </pc:docMkLst>
      <pc:sldChg chg="delSp modSp mod">
        <pc:chgData name="THALLES DAVIDY GONDIN DA SILVEIRA" userId="a3416262-0fac-4856-884e-2c0d7e6e898d" providerId="ADAL" clId="{1418AD27-A7E6-4FFD-8E07-7066023A75C3}" dt="2026-08-14T15:56:15.157" v="261" actId="14100"/>
        <pc:sldMkLst>
          <pc:docMk/>
          <pc:sldMk cId="0" sldId="256"/>
        </pc:sldMkLst>
        <pc:spChg chg="mod">
          <ac:chgData name="THALLES DAVIDY GONDIN DA SILVEIRA" userId="a3416262-0fac-4856-884e-2c0d7e6e898d" providerId="ADAL" clId="{1418AD27-A7E6-4FFD-8E07-7066023A75C3}" dt="2026-08-14T15:55:56.012" v="259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5:20.791" v="254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4T15:55:01.763" v="252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6:03.299" v="26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6:03.299" v="260" actId="1076"/>
          <ac:spMkLst>
            <pc:docMk/>
            <pc:sldMk cId="0" sldId="256"/>
            <ac:spMk id="16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4T15:55:45.861" v="257" actId="478"/>
          <ac:spMkLst>
            <pc:docMk/>
            <pc:sldMk cId="0" sldId="256"/>
            <ac:spMk id="17" creationId="{00000000-0000-0000-0000-000000000000}"/>
          </ac:spMkLst>
        </pc:spChg>
        <pc:picChg chg="mod">
          <ac:chgData name="THALLES DAVIDY GONDIN DA SILVEIRA" userId="a3416262-0fac-4856-884e-2c0d7e6e898d" providerId="ADAL" clId="{1418AD27-A7E6-4FFD-8E07-7066023A75C3}" dt="2026-08-14T15:56:15.157" v="261" actId="14100"/>
          <ac:picMkLst>
            <pc:docMk/>
            <pc:sldMk cId="0" sldId="256"/>
            <ac:picMk id="12" creationId="{00000000-0000-0000-0000-000000000000}"/>
          </ac:picMkLst>
        </pc:picChg>
      </pc:sldChg>
      <pc:sldChg chg="addSp delSp modSp mod">
        <pc:chgData name="THALLES DAVIDY GONDIN DA SILVEIRA" userId="a3416262-0fac-4856-884e-2c0d7e6e898d" providerId="ADAL" clId="{1418AD27-A7E6-4FFD-8E07-7066023A75C3}" dt="2026-08-14T15:54:38.516" v="249" actId="1076"/>
        <pc:sldMkLst>
          <pc:docMk/>
          <pc:sldMk cId="0" sldId="257"/>
        </pc:sldMkLst>
        <pc:spChg chg="mod">
          <ac:chgData name="THALLES DAVIDY GONDIN DA SILVEIRA" userId="a3416262-0fac-4856-884e-2c0d7e6e898d" providerId="ADAL" clId="{1418AD27-A7E6-4FFD-8E07-7066023A75C3}" dt="2026-08-14T15:54:38.516" v="249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3:20.908" v="8" actId="403"/>
          <ac:spMkLst>
            <pc:docMk/>
            <pc:sldMk cId="0" sldId="257"/>
            <ac:spMk id="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3:34.387" v="14" actId="403"/>
          <ac:spMkLst>
            <pc:docMk/>
            <pc:sldMk cId="0" sldId="257"/>
            <ac:spMk id="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3:46.819" v="20" actId="403"/>
          <ac:spMkLst>
            <pc:docMk/>
            <pc:sldMk cId="0" sldId="257"/>
            <ac:spMk id="3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4T15:13:54.105" v="21" actId="478"/>
          <ac:spMkLst>
            <pc:docMk/>
            <pc:sldMk cId="0" sldId="257"/>
            <ac:spMk id="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23.331" v="29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05.396" v="26" actId="403"/>
          <ac:spMkLst>
            <pc:docMk/>
            <pc:sldMk cId="0" sldId="257"/>
            <ac:spMk id="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5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18.412" v="27" actId="164"/>
          <ac:spMkLst>
            <pc:docMk/>
            <pc:sldMk cId="0" sldId="257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4:05.396" v="26" actId="403"/>
          <ac:spMkLst>
            <pc:docMk/>
            <pc:sldMk cId="0" sldId="257"/>
            <ac:spMk id="61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4T15:54:33.464" v="248" actId="478"/>
          <ac:spMkLst>
            <pc:docMk/>
            <pc:sldMk cId="0" sldId="257"/>
            <ac:spMk id="80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4T15:54:33.464" v="248" actId="478"/>
          <ac:spMkLst>
            <pc:docMk/>
            <pc:sldMk cId="0" sldId="257"/>
            <ac:spMk id="8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3:13.400" v="2" actId="1076"/>
          <ac:spMkLst>
            <pc:docMk/>
            <pc:sldMk cId="0" sldId="257"/>
            <ac:spMk id="902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4T15:14:20.480" v="28" actId="1076"/>
          <ac:grpSpMkLst>
            <pc:docMk/>
            <pc:sldMk cId="0" sldId="257"/>
            <ac:grpSpMk id="2" creationId="{51CF6176-DF07-053F-5E6F-F59F6ECBAEC3}"/>
          </ac:grpSpMkLst>
        </pc:grpChg>
      </pc:sldChg>
      <pc:sldChg chg="modSp mod">
        <pc:chgData name="THALLES DAVIDY GONDIN DA SILVEIRA" userId="a3416262-0fac-4856-884e-2c0d7e6e898d" providerId="ADAL" clId="{1418AD27-A7E6-4FFD-8E07-7066023A75C3}" dt="2026-08-14T15:20:13.210" v="110" actId="1076"/>
        <pc:sldMkLst>
          <pc:docMk/>
          <pc:sldMk cId="0" sldId="258"/>
        </pc:sldMkLst>
        <pc:spChg chg="mod">
          <ac:chgData name="THALLES DAVIDY GONDIN DA SILVEIRA" userId="a3416262-0fac-4856-884e-2c0d7e6e898d" providerId="ADAL" clId="{1418AD27-A7E6-4FFD-8E07-7066023A75C3}" dt="2026-08-14T15:19:45.480" v="108" actId="1076"/>
          <ac:spMkLst>
            <pc:docMk/>
            <pc:sldMk cId="0" sldId="258"/>
            <ac:spMk id="1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0:13.210" v="110" actId="1076"/>
          <ac:spMkLst>
            <pc:docMk/>
            <pc:sldMk cId="0" sldId="258"/>
            <ac:spMk id="10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2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7:53.642" v="88" actId="1036"/>
          <ac:spMkLst>
            <pc:docMk/>
            <pc:sldMk cId="0" sldId="258"/>
            <ac:spMk id="1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3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3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5:05.737" v="37" actId="403"/>
          <ac:spMkLst>
            <pc:docMk/>
            <pc:sldMk cId="0" sldId="258"/>
            <ac:spMk id="1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1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01.509" v="89" actId="1076"/>
          <ac:spMkLst>
            <pc:docMk/>
            <pc:sldMk cId="0" sldId="258"/>
            <ac:spMk id="14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42.267" v="107" actId="1076"/>
          <ac:spMkLst>
            <pc:docMk/>
            <pc:sldMk cId="0" sldId="258"/>
            <ac:spMk id="1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39.293" v="96" actId="14100"/>
          <ac:spMkLst>
            <pc:docMk/>
            <pc:sldMk cId="0" sldId="258"/>
            <ac:spMk id="21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27.325" v="95" actId="403"/>
          <ac:spMkLst>
            <pc:docMk/>
            <pc:sldMk cId="0" sldId="258"/>
            <ac:spMk id="2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39.293" v="96" actId="14100"/>
          <ac:spMkLst>
            <pc:docMk/>
            <pc:sldMk cId="0" sldId="258"/>
            <ac:spMk id="2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27.325" v="95" actId="403"/>
          <ac:spMkLst>
            <pc:docMk/>
            <pc:sldMk cId="0" sldId="258"/>
            <ac:spMk id="21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2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27.325" v="95" actId="403"/>
          <ac:spMkLst>
            <pc:docMk/>
            <pc:sldMk cId="0" sldId="258"/>
            <ac:spMk id="2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27.325" v="95" actId="403"/>
          <ac:spMkLst>
            <pc:docMk/>
            <pc:sldMk cId="0" sldId="258"/>
            <ac:spMk id="22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2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8:55.755" v="97" actId="1076"/>
          <ac:spMkLst>
            <pc:docMk/>
            <pc:sldMk cId="0" sldId="258"/>
            <ac:spMk id="22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19:31.962" v="105" actId="1076"/>
          <ac:spMkLst>
            <pc:docMk/>
            <pc:sldMk cId="0" sldId="258"/>
            <ac:spMk id="230" creationId="{00000000-0000-0000-0000-000000000000}"/>
          </ac:spMkLst>
        </pc:spChg>
      </pc:sldChg>
      <pc:sldChg chg="addSp delSp modSp mod">
        <pc:chgData name="THALLES DAVIDY GONDIN DA SILVEIRA" userId="a3416262-0fac-4856-884e-2c0d7e6e898d" providerId="ADAL" clId="{1418AD27-A7E6-4FFD-8E07-7066023A75C3}" dt="2026-08-14T15:25:48.718" v="133" actId="164"/>
        <pc:sldMkLst>
          <pc:docMk/>
          <pc:sldMk cId="0" sldId="259"/>
        </pc:sldMkLst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06.673" v="121" actId="403"/>
          <ac:spMkLst>
            <pc:docMk/>
            <pc:sldMk cId="0" sldId="259"/>
            <ac:spMk id="13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4T15:20:35.139" v="111" actId="478"/>
          <ac:spMkLst>
            <pc:docMk/>
            <pc:sldMk cId="0" sldId="259"/>
            <ac:spMk id="131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4T15:24:16.998" v="122" actId="478"/>
          <ac:spMkLst>
            <pc:docMk/>
            <pc:sldMk cId="0" sldId="259"/>
            <ac:spMk id="1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3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3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3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4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4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4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4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4:40.905" v="126" actId="1076"/>
          <ac:spMkLst>
            <pc:docMk/>
            <pc:sldMk cId="0" sldId="259"/>
            <ac:spMk id="1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24.768" v="127" actId="1076"/>
          <ac:spMkLst>
            <pc:docMk/>
            <pc:sldMk cId="0" sldId="259"/>
            <ac:spMk id="15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38.305" v="131" actId="1076"/>
          <ac:spMkLst>
            <pc:docMk/>
            <pc:sldMk cId="0" sldId="259"/>
            <ac:spMk id="15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3:02.946" v="120" actId="404"/>
          <ac:spMkLst>
            <pc:docMk/>
            <pc:sldMk cId="0" sldId="259"/>
            <ac:spMk id="15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3:02.946" v="120" actId="404"/>
          <ac:spMkLst>
            <pc:docMk/>
            <pc:sldMk cId="0" sldId="259"/>
            <ac:spMk id="1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3:02.946" v="120" actId="404"/>
          <ac:spMkLst>
            <pc:docMk/>
            <pc:sldMk cId="0" sldId="259"/>
            <ac:spMk id="1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6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7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2:31.685" v="118" actId="14100"/>
          <ac:spMkLst>
            <pc:docMk/>
            <pc:sldMk cId="0" sldId="259"/>
            <ac:spMk id="1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7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3:02.946" v="120" actId="404"/>
          <ac:spMkLst>
            <pc:docMk/>
            <pc:sldMk cId="0" sldId="259"/>
            <ac:spMk id="18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8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3:02.946" v="120" actId="404"/>
          <ac:spMkLst>
            <pc:docMk/>
            <pc:sldMk cId="0" sldId="259"/>
            <ac:spMk id="18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25:48.718" v="133" actId="164"/>
          <ac:spMkLst>
            <pc:docMk/>
            <pc:sldMk cId="0" sldId="259"/>
            <ac:spMk id="189" creationId="{00000000-0000-0000-0000-000000000000}"/>
          </ac:spMkLst>
        </pc:spChg>
      </pc:sldChg>
      <pc:sldChg chg="delSp del mod">
        <pc:chgData name="THALLES DAVIDY GONDIN DA SILVEIRA" userId="a3416262-0fac-4856-884e-2c0d7e6e898d" providerId="ADAL" clId="{1418AD27-A7E6-4FFD-8E07-7066023A75C3}" dt="2026-08-14T15:29:53.811" v="135" actId="47"/>
        <pc:sldMkLst>
          <pc:docMk/>
          <pc:sldMk cId="0" sldId="260"/>
        </pc:sldMkLst>
        <pc:spChg chg="del">
          <ac:chgData name="THALLES DAVIDY GONDIN DA SILVEIRA" userId="a3416262-0fac-4856-884e-2c0d7e6e898d" providerId="ADAL" clId="{1418AD27-A7E6-4FFD-8E07-7066023A75C3}" dt="2026-08-14T15:26:24.030" v="134" actId="478"/>
          <ac:spMkLst>
            <pc:docMk/>
            <pc:sldMk cId="0" sldId="260"/>
            <ac:spMk id="132" creationId="{00000000-0000-0000-0000-000000000000}"/>
          </ac:spMkLst>
        </pc:spChg>
      </pc:sldChg>
      <pc:sldChg chg="del">
        <pc:chgData name="THALLES DAVIDY GONDIN DA SILVEIRA" userId="a3416262-0fac-4856-884e-2c0d7e6e898d" providerId="ADAL" clId="{1418AD27-A7E6-4FFD-8E07-7066023A75C3}" dt="2026-08-14T15:30:03.425" v="136" actId="47"/>
        <pc:sldMkLst>
          <pc:docMk/>
          <pc:sldMk cId="0" sldId="261"/>
        </pc:sldMkLst>
      </pc:sldChg>
      <pc:sldChg chg="modSp mod">
        <pc:chgData name="THALLES DAVIDY GONDIN DA SILVEIRA" userId="a3416262-0fac-4856-884e-2c0d7e6e898d" providerId="ADAL" clId="{1418AD27-A7E6-4FFD-8E07-7066023A75C3}" dt="2026-08-14T15:30:48.944" v="151" actId="403"/>
        <pc:sldMkLst>
          <pc:docMk/>
          <pc:sldMk cId="0" sldId="262"/>
        </pc:sldMkLst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48.944" v="151" actId="403"/>
          <ac:spMkLst>
            <pc:docMk/>
            <pc:sldMk cId="0" sldId="262"/>
            <ac:spMk id="61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48.944" v="151" actId="403"/>
          <ac:spMkLst>
            <pc:docMk/>
            <pc:sldMk cId="0" sldId="262"/>
            <ac:spMk id="6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2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2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48.944" v="151" actId="403"/>
          <ac:spMkLst>
            <pc:docMk/>
            <pc:sldMk cId="0" sldId="262"/>
            <ac:spMk id="62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48.944" v="151" actId="403"/>
          <ac:spMkLst>
            <pc:docMk/>
            <pc:sldMk cId="0" sldId="262"/>
            <ac:spMk id="6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3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36.977" v="146" actId="403"/>
          <ac:spMkLst>
            <pc:docMk/>
            <pc:sldMk cId="0" sldId="262"/>
            <ac:spMk id="6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48.944" v="151" actId="403"/>
          <ac:spMkLst>
            <pc:docMk/>
            <pc:sldMk cId="0" sldId="262"/>
            <ac:spMk id="63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68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68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69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69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70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70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70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70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7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0:20.655" v="141" actId="403"/>
          <ac:spMkLst>
            <pc:docMk/>
            <pc:sldMk cId="0" sldId="262"/>
            <ac:spMk id="718" creationId="{00000000-0000-0000-0000-000000000000}"/>
          </ac:spMkLst>
        </pc:spChg>
      </pc:sldChg>
      <pc:sldChg chg="addSp modSp del mod">
        <pc:chgData name="THALLES DAVIDY GONDIN DA SILVEIRA" userId="a3416262-0fac-4856-884e-2c0d7e6e898d" providerId="ADAL" clId="{1418AD27-A7E6-4FFD-8E07-7066023A75C3}" dt="2026-08-14T15:58:42.950" v="262" actId="2696"/>
        <pc:sldMkLst>
          <pc:docMk/>
          <pc:sldMk cId="0" sldId="263"/>
        </pc:sldMkLst>
        <pc:spChg chg="add mod">
          <ac:chgData name="THALLES DAVIDY GONDIN DA SILVEIRA" userId="a3416262-0fac-4856-884e-2c0d7e6e898d" providerId="ADAL" clId="{1418AD27-A7E6-4FFD-8E07-7066023A75C3}" dt="2026-08-14T15:33:09.818" v="159" actId="571"/>
          <ac:spMkLst>
            <pc:docMk/>
            <pc:sldMk cId="0" sldId="263"/>
            <ac:spMk id="2" creationId="{CFBF2710-FBE6-7D29-5D59-D0FDEDD9D566}"/>
          </ac:spMkLst>
        </pc:spChg>
        <pc:spChg chg="add mod">
          <ac:chgData name="THALLES DAVIDY GONDIN DA SILVEIRA" userId="a3416262-0fac-4856-884e-2c0d7e6e898d" providerId="ADAL" clId="{1418AD27-A7E6-4FFD-8E07-7066023A75C3}" dt="2026-08-14T15:33:09.818" v="159" actId="571"/>
          <ac:spMkLst>
            <pc:docMk/>
            <pc:sldMk cId="0" sldId="263"/>
            <ac:spMk id="3" creationId="{434F6387-AA21-21F0-A581-8FC3307AD825}"/>
          </ac:spMkLst>
        </pc:spChg>
        <pc:spChg chg="mod">
          <ac:chgData name="THALLES DAVIDY GONDIN DA SILVEIRA" userId="a3416262-0fac-4856-884e-2c0d7e6e898d" providerId="ADAL" clId="{1418AD27-A7E6-4FFD-8E07-7066023A75C3}" dt="2026-08-14T15:33:13.968" v="162" actId="403"/>
          <ac:spMkLst>
            <pc:docMk/>
            <pc:sldMk cId="0" sldId="263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3:24.256" v="167" actId="404"/>
          <ac:spMkLst>
            <pc:docMk/>
            <pc:sldMk cId="0" sldId="263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3:35.024" v="170" actId="403"/>
          <ac:spMkLst>
            <pc:docMk/>
            <pc:sldMk cId="0" sldId="263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3:57.814" v="176" actId="403"/>
          <ac:spMkLst>
            <pc:docMk/>
            <pc:sldMk cId="0" sldId="263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7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76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6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6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7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77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77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8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8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8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84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84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9.990" v="157" actId="403"/>
          <ac:spMkLst>
            <pc:docMk/>
            <pc:sldMk cId="0" sldId="263"/>
            <ac:spMk id="84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2:11.481" v="152" actId="1076"/>
          <ac:spMkLst>
            <pc:docMk/>
            <pc:sldMk cId="0" sldId="263"/>
            <ac:spMk id="84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3:46.574" v="173" actId="403"/>
          <ac:spMkLst>
            <pc:docMk/>
            <pc:sldMk cId="0" sldId="263"/>
            <ac:spMk id="910" creationId="{00000000-0000-0000-0000-000000000000}"/>
          </ac:spMkLst>
        </pc:spChg>
      </pc:sldChg>
      <pc:sldChg chg="add">
        <pc:chgData name="THALLES DAVIDY GONDIN DA SILVEIRA" userId="a3416262-0fac-4856-884e-2c0d7e6e898d" providerId="ADAL" clId="{1418AD27-A7E6-4FFD-8E07-7066023A75C3}" dt="2026-08-14T15:58:49.909" v="263"/>
        <pc:sldMkLst>
          <pc:docMk/>
          <pc:sldMk cId="4124019462" sldId="263"/>
        </pc:sldMkLst>
      </pc:sldChg>
      <pc:sldChg chg="modSp mod">
        <pc:chgData name="THALLES DAVIDY GONDIN DA SILVEIRA" userId="a3416262-0fac-4856-884e-2c0d7e6e898d" providerId="ADAL" clId="{1418AD27-A7E6-4FFD-8E07-7066023A75C3}" dt="2026-08-14T15:35:40.581" v="191" actId="1076"/>
        <pc:sldMkLst>
          <pc:docMk/>
          <pc:sldMk cId="0" sldId="264"/>
        </pc:sldMkLst>
        <pc:spChg chg="mod">
          <ac:chgData name="THALLES DAVIDY GONDIN DA SILVEIRA" userId="a3416262-0fac-4856-884e-2c0d7e6e898d" providerId="ADAL" clId="{1418AD27-A7E6-4FFD-8E07-7066023A75C3}" dt="2026-08-14T15:35:29.821" v="187" actId="1076"/>
          <ac:spMkLst>
            <pc:docMk/>
            <pc:sldMk cId="0" sldId="264"/>
            <ac:spMk id="7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29.821" v="187" actId="1076"/>
          <ac:spMkLst>
            <pc:docMk/>
            <pc:sldMk cId="0" sldId="264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29.821" v="187" actId="1076"/>
          <ac:spMkLst>
            <pc:docMk/>
            <pc:sldMk cId="0" sldId="264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29.821" v="187" actId="1076"/>
          <ac:spMkLst>
            <pc:docMk/>
            <pc:sldMk cId="0" sldId="264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29.821" v="187" actId="1076"/>
          <ac:spMkLst>
            <pc:docMk/>
            <pc:sldMk cId="0" sldId="264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76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76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78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78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78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84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85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85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85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4:29.159" v="178" actId="255"/>
          <ac:spMkLst>
            <pc:docMk/>
            <pc:sldMk cId="0" sldId="264"/>
            <ac:spMk id="8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40.581" v="191" actId="1076"/>
          <ac:spMkLst>
            <pc:docMk/>
            <pc:sldMk cId="0" sldId="264"/>
            <ac:spMk id="910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4T16:03:07.988" v="277" actId="20577"/>
        <pc:sldMkLst>
          <pc:docMk/>
          <pc:sldMk cId="0" sldId="265"/>
        </pc:sldMkLst>
        <pc:spChg chg="mod">
          <ac:chgData name="THALLES DAVIDY GONDIN DA SILVEIRA" userId="a3416262-0fac-4856-884e-2c0d7e6e898d" providerId="ADAL" clId="{1418AD27-A7E6-4FFD-8E07-7066023A75C3}" dt="2026-08-14T15:36:18.862" v="197" actId="255"/>
          <ac:spMkLst>
            <pc:docMk/>
            <pc:sldMk cId="0" sldId="265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6:35.931" v="198" actId="255"/>
          <ac:spMkLst>
            <pc:docMk/>
            <pc:sldMk cId="0" sldId="265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6:42.829" v="199" actId="255"/>
          <ac:spMkLst>
            <pc:docMk/>
            <pc:sldMk cId="0" sldId="265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6:52.875" v="201" actId="255"/>
          <ac:spMkLst>
            <pc:docMk/>
            <pc:sldMk cId="0" sldId="265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6:05.402" v="194" actId="1076"/>
          <ac:spMkLst>
            <pc:docMk/>
            <pc:sldMk cId="0" sldId="265"/>
            <ac:spMk id="7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7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7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7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8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8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79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6:05.402" v="194" actId="1076"/>
          <ac:spMkLst>
            <pc:docMk/>
            <pc:sldMk cId="0" sldId="265"/>
            <ac:spMk id="8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8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84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5:57.304" v="193" actId="255"/>
          <ac:spMkLst>
            <pc:docMk/>
            <pc:sldMk cId="0" sldId="265"/>
            <ac:spMk id="84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6:03:07.988" v="277" actId="20577"/>
          <ac:spMkLst>
            <pc:docMk/>
            <pc:sldMk cId="0" sldId="265"/>
            <ac:spMk id="8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6:11.437" v="196" actId="255"/>
          <ac:spMkLst>
            <pc:docMk/>
            <pc:sldMk cId="0" sldId="265"/>
            <ac:spMk id="910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4T15:38:50.492" v="209" actId="255"/>
        <pc:sldMkLst>
          <pc:docMk/>
          <pc:sldMk cId="0" sldId="266"/>
        </pc:sldMkLst>
        <pc:spChg chg="mod">
          <ac:chgData name="THALLES DAVIDY GONDIN DA SILVEIRA" userId="a3416262-0fac-4856-884e-2c0d7e6e898d" providerId="ADAL" clId="{1418AD27-A7E6-4FFD-8E07-7066023A75C3}" dt="2026-08-14T15:37:39.104" v="205" actId="255"/>
          <ac:spMkLst>
            <pc:docMk/>
            <pc:sldMk cId="0" sldId="266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44.942" v="206" actId="255"/>
          <ac:spMkLst>
            <pc:docMk/>
            <pc:sldMk cId="0" sldId="266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50.478" v="207" actId="255"/>
          <ac:spMkLst>
            <pc:docMk/>
            <pc:sldMk cId="0" sldId="266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8:34.174" v="208" actId="255"/>
          <ac:spMkLst>
            <pc:docMk/>
            <pc:sldMk cId="0" sldId="266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34.393" v="204" actId="1076"/>
          <ac:spMkLst>
            <pc:docMk/>
            <pc:sldMk cId="0" sldId="266"/>
            <ac:spMk id="7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6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6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7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8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78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34.393" v="204" actId="1076"/>
          <ac:spMkLst>
            <pc:docMk/>
            <pc:sldMk cId="0" sldId="266"/>
            <ac:spMk id="8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8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85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7:23.681" v="203" actId="255"/>
          <ac:spMkLst>
            <pc:docMk/>
            <pc:sldMk cId="0" sldId="266"/>
            <ac:spMk id="85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8:50.492" v="209" actId="255"/>
          <ac:spMkLst>
            <pc:docMk/>
            <pc:sldMk cId="0" sldId="266"/>
            <ac:spMk id="910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4T15:41:27.065" v="216" actId="255"/>
        <pc:sldMkLst>
          <pc:docMk/>
          <pc:sldMk cId="0" sldId="267"/>
        </pc:sldMkLst>
        <pc:spChg chg="mod">
          <ac:chgData name="THALLES DAVIDY GONDIN DA SILVEIRA" userId="a3416262-0fac-4856-884e-2c0d7e6e898d" providerId="ADAL" clId="{1418AD27-A7E6-4FFD-8E07-7066023A75C3}" dt="2026-08-14T15:41:27.065" v="216" actId="255"/>
          <ac:spMkLst>
            <pc:docMk/>
            <pc:sldMk cId="0" sldId="267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1:21.640" v="215" actId="255"/>
          <ac:spMkLst>
            <pc:docMk/>
            <pc:sldMk cId="0" sldId="267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1:15.581" v="214" actId="255"/>
          <ac:spMkLst>
            <pc:docMk/>
            <pc:sldMk cId="0" sldId="267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29.295" v="213" actId="255"/>
          <ac:spMkLst>
            <pc:docMk/>
            <pc:sldMk cId="0" sldId="267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24.624" v="212" actId="1076"/>
          <ac:spMkLst>
            <pc:docMk/>
            <pc:sldMk cId="0" sldId="267"/>
            <ac:spMk id="7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76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7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76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76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24.624" v="212" actId="1076"/>
          <ac:spMkLst>
            <pc:docMk/>
            <pc:sldMk cId="0" sldId="267"/>
            <ac:spMk id="8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8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8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8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84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84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39:16.011" v="211" actId="255"/>
          <ac:spMkLst>
            <pc:docMk/>
            <pc:sldMk cId="0" sldId="267"/>
            <ac:spMk id="849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4T15:43:03.257" v="224" actId="255"/>
        <pc:sldMkLst>
          <pc:docMk/>
          <pc:sldMk cId="0" sldId="268"/>
        </pc:sldMkLst>
        <pc:spChg chg="mod">
          <ac:chgData name="THALLES DAVIDY GONDIN DA SILVEIRA" userId="a3416262-0fac-4856-884e-2c0d7e6e898d" providerId="ADAL" clId="{1418AD27-A7E6-4FFD-8E07-7066023A75C3}" dt="2026-08-14T15:42:17.945" v="220" actId="255"/>
          <ac:spMkLst>
            <pc:docMk/>
            <pc:sldMk cId="0" sldId="268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38.442" v="222" actId="255"/>
          <ac:spMkLst>
            <pc:docMk/>
            <pc:sldMk cId="0" sldId="268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46.943" v="223" actId="255"/>
          <ac:spMkLst>
            <pc:docMk/>
            <pc:sldMk cId="0" sldId="268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3:03.257" v="224" actId="255"/>
          <ac:spMkLst>
            <pc:docMk/>
            <pc:sldMk cId="0" sldId="268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13.663" v="219" actId="1076"/>
          <ac:spMkLst>
            <pc:docMk/>
            <pc:sldMk cId="0" sldId="268"/>
            <ac:spMk id="7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6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6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6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6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7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77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13.663" v="219" actId="1076"/>
          <ac:spMkLst>
            <pc:docMk/>
            <pc:sldMk cId="0" sldId="268"/>
            <ac:spMk id="8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84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42:07.873" v="218" actId="255"/>
          <ac:spMkLst>
            <pc:docMk/>
            <pc:sldMk cId="0" sldId="268"/>
            <ac:spMk id="846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4T15:52:08.933" v="231" actId="255"/>
        <pc:sldMkLst>
          <pc:docMk/>
          <pc:sldMk cId="0" sldId="269"/>
        </pc:sldMkLst>
        <pc:spChg chg="mod">
          <ac:chgData name="THALLES DAVIDY GONDIN DA SILVEIRA" userId="a3416262-0fac-4856-884e-2c0d7e6e898d" providerId="ADAL" clId="{1418AD27-A7E6-4FFD-8E07-7066023A75C3}" dt="2026-08-14T15:50:39.302" v="227" actId="255"/>
          <ac:spMkLst>
            <pc:docMk/>
            <pc:sldMk cId="0" sldId="269"/>
            <ac:spMk id="7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54.745" v="228" actId="255"/>
          <ac:spMkLst>
            <pc:docMk/>
            <pc:sldMk cId="0" sldId="269"/>
            <ac:spMk id="73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1:42.763" v="229" actId="255"/>
          <ac:spMkLst>
            <pc:docMk/>
            <pc:sldMk cId="0" sldId="269"/>
            <ac:spMk id="73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1:49.690" v="230" actId="255"/>
          <ac:spMkLst>
            <pc:docMk/>
            <pc:sldMk cId="0" sldId="269"/>
            <ac:spMk id="7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03.453" v="225" actId="1076"/>
          <ac:spMkLst>
            <pc:docMk/>
            <pc:sldMk cId="0" sldId="269"/>
            <ac:spMk id="7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7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7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7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7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7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0:12.504" v="226" actId="255"/>
          <ac:spMkLst>
            <pc:docMk/>
            <pc:sldMk cId="0" sldId="269"/>
            <ac:spMk id="8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08.933" v="231" actId="255"/>
          <ac:spMkLst>
            <pc:docMk/>
            <pc:sldMk cId="0" sldId="269"/>
            <ac:spMk id="910" creationId="{00000000-0000-0000-0000-000000000000}"/>
          </ac:spMkLst>
        </pc:spChg>
      </pc:sldChg>
      <pc:sldChg chg="modSp mod">
        <pc:chgData name="THALLES DAVIDY GONDIN DA SILVEIRA" userId="a3416262-0fac-4856-884e-2c0d7e6e898d" providerId="ADAL" clId="{1418AD27-A7E6-4FFD-8E07-7066023A75C3}" dt="2026-08-14T15:54:19.531" v="246" actId="1076"/>
        <pc:sldMkLst>
          <pc:docMk/>
          <pc:sldMk cId="0" sldId="270"/>
        </pc:sldMkLst>
        <pc:spChg chg="mod">
          <ac:chgData name="THALLES DAVIDY GONDIN DA SILVEIRA" userId="a3416262-0fac-4856-884e-2c0d7e6e898d" providerId="ADAL" clId="{1418AD27-A7E6-4FFD-8E07-7066023A75C3}" dt="2026-08-14T15:54:03.403" v="245" actId="1076"/>
          <ac:spMkLst>
            <pc:docMk/>
            <pc:sldMk cId="0" sldId="270"/>
            <ac:spMk id="2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59.492" v="244" actId="1076"/>
          <ac:spMkLst>
            <pc:docMk/>
            <pc:sldMk cId="0" sldId="270"/>
            <ac:spMk id="2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44.212" v="243" actId="14100"/>
          <ac:spMkLst>
            <pc:docMk/>
            <pc:sldMk cId="0" sldId="270"/>
            <ac:spMk id="23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01.364" v="234" actId="14100"/>
          <ac:spMkLst>
            <pc:docMk/>
            <pc:sldMk cId="0" sldId="270"/>
            <ac:spMk id="2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04.451" v="235" actId="14100"/>
          <ac:spMkLst>
            <pc:docMk/>
            <pc:sldMk cId="0" sldId="270"/>
            <ac:spMk id="23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06.997" v="236" actId="14100"/>
          <ac:spMkLst>
            <pc:docMk/>
            <pc:sldMk cId="0" sldId="270"/>
            <ac:spMk id="2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4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09.563" v="237" actId="14100"/>
          <ac:spMkLst>
            <pc:docMk/>
            <pc:sldMk cId="0" sldId="270"/>
            <ac:spMk id="24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4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11.979" v="238" actId="14100"/>
          <ac:spMkLst>
            <pc:docMk/>
            <pc:sldMk cId="0" sldId="270"/>
            <ac:spMk id="25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5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14.580" v="239" actId="14100"/>
          <ac:spMkLst>
            <pc:docMk/>
            <pc:sldMk cId="0" sldId="270"/>
            <ac:spMk id="2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21.797" v="240" actId="14100"/>
          <ac:spMkLst>
            <pc:docMk/>
            <pc:sldMk cId="0" sldId="270"/>
            <ac:spMk id="25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26.756" v="241" actId="14100"/>
          <ac:spMkLst>
            <pc:docMk/>
            <pc:sldMk cId="0" sldId="270"/>
            <ac:spMk id="26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6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6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3:40.885" v="242" actId="14100"/>
          <ac:spMkLst>
            <pc:docMk/>
            <pc:sldMk cId="0" sldId="270"/>
            <ac:spMk id="26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26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4:19.531" v="246" actId="1076"/>
          <ac:spMkLst>
            <pc:docMk/>
            <pc:sldMk cId="0" sldId="270"/>
            <ac:spMk id="3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31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3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4T15:52:49.879" v="233" actId="255"/>
          <ac:spMkLst>
            <pc:docMk/>
            <pc:sldMk cId="0" sldId="270"/>
            <ac:spMk id="348" creationId="{00000000-0000-0000-0000-000000000000}"/>
          </ac:spMkLst>
        </pc:spChg>
      </pc:sldChg>
      <pc:sldChg chg="del">
        <pc:chgData name="THALLES DAVIDY GONDIN DA SILVEIRA" userId="a3416262-0fac-4856-884e-2c0d7e6e898d" providerId="ADAL" clId="{1418AD27-A7E6-4FFD-8E07-7066023A75C3}" dt="2026-08-14T15:54:24.276" v="247" actId="47"/>
        <pc:sldMkLst>
          <pc:docMk/>
          <pc:sldMk cId="0" sldId="271"/>
        </pc:sldMkLst>
      </pc:sldChg>
      <pc:sldMasterChg chg="addSp mod">
        <pc:chgData name="THALLES DAVIDY GONDIN DA SILVEIRA" userId="a3416262-0fac-4856-884e-2c0d7e6e898d" providerId="ADAL" clId="{1418AD27-A7E6-4FFD-8E07-7066023A75C3}" dt="2026-08-14T15:13:02.671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4T15:13:02.671" v="0" actId="33475"/>
          <ac:spMkLst>
            <pc:docMk/>
            <pc:sldMasterMk cId="2640674209" sldId="2147483648"/>
            <ac:spMk id="9" creationId="{6086CB76-6B6F-D986-92DC-8D70591B39FB}"/>
          </ac:spMkLst>
        </pc:spChg>
        <pc:spChg chg="add">
          <ac:chgData name="THALLES DAVIDY GONDIN DA SILVEIRA" userId="a3416262-0fac-4856-884e-2c0d7e6e898d" providerId="ADAL" clId="{1418AD27-A7E6-4FFD-8E07-7066023A75C3}" dt="2026-08-14T15:13:02.671" v="0" actId="33475"/>
          <ac:spMkLst>
            <pc:docMk/>
            <pc:sldMasterMk cId="2640674209" sldId="2147483648"/>
            <ac:spMk id="10" creationId="{91EA2CF6-A060-53E5-34E3-B18E5AEECC64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086CB76-6B6F-D986-92DC-8D70591B39F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1EA2CF6-A060-53E5-34E3-B18E5AEECC6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2" name="Hapvi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12063"/>
            <a:ext cx="1737360" cy="368153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200" b="1" dirty="0">
                <a:solidFill>
                  <a:srgbClr val="FFFFFF"/>
                </a:solidFill>
              </a:rPr>
              <a:t>Obras </a:t>
            </a:r>
            <a:r>
              <a:rPr lang="pt-BR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2025-2026</a:t>
            </a:r>
          </a:p>
          <a:p>
            <a:pPr algn="l"/>
            <a:r>
              <a:rPr lang="pt-BR" sz="4000" b="1" dirty="0">
                <a:solidFill>
                  <a:srgbClr val="FFFFFF"/>
                </a:solidFill>
              </a:rPr>
              <a:t>Tipologia e construção por m²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45621" y="3584449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 dirty="0">
                <a:solidFill>
                  <a:srgbClr val="FFFFFF"/>
                </a:solidFill>
              </a:rPr>
              <a:t>213.5 mil m²</a:t>
            </a:r>
          </a:p>
          <a:p>
            <a:pPr algn="l"/>
            <a:r>
              <a:rPr lang="pt-BR" sz="1600" b="1" dirty="0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241933" y="3584449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 dirty="0">
                <a:solidFill>
                  <a:srgbClr val="FFFFFF"/>
                </a:solidFill>
              </a:rPr>
              <a:t>R$ 284.3 mi</a:t>
            </a:r>
          </a:p>
          <a:p>
            <a:pPr algn="l"/>
            <a:r>
              <a:rPr lang="pt-BR" sz="1600" b="1" dirty="0">
                <a:solidFill>
                  <a:srgbClr val="FFFFFF"/>
                </a:solidFill>
              </a:rPr>
              <a:t>negociados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664208" y="148569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57200" y="813816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 dirty="0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2800" b="1" dirty="0">
                <a:solidFill>
                  <a:srgbClr val="FFFFFF"/>
                </a:solidFill>
              </a:rPr>
              <a:t>256</a:t>
            </a:r>
          </a:p>
          <a:p>
            <a:pPr algn="l"/>
            <a:r>
              <a:rPr lang="pt-BR" sz="13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2800" b="1" dirty="0">
                <a:solidFill>
                  <a:srgbClr val="FFFFFF"/>
                </a:solidFill>
              </a:rPr>
              <a:t>213.5 mil m²</a:t>
            </a:r>
          </a:p>
          <a:p>
            <a:pPr algn="l"/>
            <a:r>
              <a:rPr lang="pt-BR" sz="1300" b="1" dirty="0">
                <a:solidFill>
                  <a:srgbClr val="FFFFFF"/>
                </a:solidFill>
              </a:rPr>
              <a:t>Área (m²)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2800" b="1" dirty="0">
                <a:solidFill>
                  <a:srgbClr val="FFFFFF"/>
                </a:solidFill>
              </a:rPr>
              <a:t>R$ 284.3 mi</a:t>
            </a:r>
          </a:p>
          <a:p>
            <a:pPr algn="l"/>
            <a:r>
              <a:rPr lang="pt-BR" sz="1300" b="1" dirty="0">
                <a:solidFill>
                  <a:srgbClr val="FFFFFF"/>
                </a:solidFill>
              </a:rPr>
              <a:t>Valor Negociado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457200" y="277063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 dirty="0">
                <a:solidFill>
                  <a:srgbClr val="15253F"/>
                </a:solidFill>
              </a:rPr>
              <a:t>Comparativo anual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1CF6176-DF07-053F-5E6F-F59F6ECBAEC3}"/>
              </a:ext>
            </a:extLst>
          </p:cNvPr>
          <p:cNvGrpSpPr/>
          <p:nvPr/>
        </p:nvGrpSpPr>
        <p:grpSpPr>
          <a:xfrm>
            <a:off x="566928" y="3145536"/>
            <a:ext cx="5349240" cy="932688"/>
            <a:chOff x="658368" y="3163824"/>
            <a:chExt cx="5349240" cy="932688"/>
          </a:xfrm>
        </p:grpSpPr>
        <p:sp>
          <p:nvSpPr>
            <p:cNvPr id="50" name="Text 50"/>
            <p:cNvSpPr txBox="1"/>
            <p:nvPr/>
          </p:nvSpPr>
          <p:spPr>
            <a:xfrm>
              <a:off x="658368" y="3163824"/>
              <a:ext cx="96012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Ano</a:t>
              </a:r>
            </a:p>
          </p:txBody>
        </p:sp>
        <p:sp>
          <p:nvSpPr>
            <p:cNvPr id="51" name="Text 51"/>
            <p:cNvSpPr txBox="1"/>
            <p:nvPr/>
          </p:nvSpPr>
          <p:spPr>
            <a:xfrm>
              <a:off x="1618488" y="3163824"/>
              <a:ext cx="105156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52" name="Text 52"/>
            <p:cNvSpPr txBox="1"/>
            <p:nvPr/>
          </p:nvSpPr>
          <p:spPr>
            <a:xfrm>
              <a:off x="2670048" y="3163824"/>
              <a:ext cx="15544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53" name="Text 53"/>
            <p:cNvSpPr txBox="1"/>
            <p:nvPr/>
          </p:nvSpPr>
          <p:spPr>
            <a:xfrm>
              <a:off x="4224528" y="3163824"/>
              <a:ext cx="17830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54" name="Text 54"/>
            <p:cNvSpPr txBox="1"/>
            <p:nvPr/>
          </p:nvSpPr>
          <p:spPr>
            <a:xfrm>
              <a:off x="658368" y="3474720"/>
              <a:ext cx="96012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200">
                  <a:solidFill>
                    <a:srgbClr val="15253F"/>
                  </a:solidFill>
                </a:rPr>
                <a:t>2025</a:t>
              </a:r>
            </a:p>
          </p:txBody>
        </p:sp>
        <p:sp>
          <p:nvSpPr>
            <p:cNvPr id="55" name="Text 55"/>
            <p:cNvSpPr txBox="1"/>
            <p:nvPr/>
          </p:nvSpPr>
          <p:spPr>
            <a:xfrm>
              <a:off x="1618488" y="3474720"/>
              <a:ext cx="10515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200">
                  <a:solidFill>
                    <a:srgbClr val="15253F"/>
                  </a:solidFill>
                </a:rPr>
                <a:t>170</a:t>
              </a:r>
            </a:p>
          </p:txBody>
        </p:sp>
        <p:sp>
          <p:nvSpPr>
            <p:cNvPr id="56" name="Text 56"/>
            <p:cNvSpPr txBox="1"/>
            <p:nvPr/>
          </p:nvSpPr>
          <p:spPr>
            <a:xfrm>
              <a:off x="2670048" y="3474720"/>
              <a:ext cx="15544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200">
                  <a:solidFill>
                    <a:srgbClr val="15253F"/>
                  </a:solidFill>
                </a:rPr>
                <a:t>122.0 mil m²</a:t>
              </a:r>
            </a:p>
          </p:txBody>
        </p:sp>
        <p:sp>
          <p:nvSpPr>
            <p:cNvPr id="57" name="Text 57"/>
            <p:cNvSpPr txBox="1"/>
            <p:nvPr/>
          </p:nvSpPr>
          <p:spPr>
            <a:xfrm>
              <a:off x="4224528" y="3474720"/>
              <a:ext cx="17830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200">
                  <a:solidFill>
                    <a:srgbClr val="15253F"/>
                  </a:solidFill>
                </a:rPr>
                <a:t>R$ 168.2 mi</a:t>
              </a:r>
            </a:p>
          </p:txBody>
        </p:sp>
        <p:sp>
          <p:nvSpPr>
            <p:cNvPr id="58" name="Text 58"/>
            <p:cNvSpPr txBox="1"/>
            <p:nvPr/>
          </p:nvSpPr>
          <p:spPr>
            <a:xfrm>
              <a:off x="658368" y="3785616"/>
              <a:ext cx="96012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200">
                  <a:solidFill>
                    <a:srgbClr val="15253F"/>
                  </a:solidFill>
                </a:rPr>
                <a:t>2026</a:t>
              </a:r>
            </a:p>
          </p:txBody>
        </p:sp>
        <p:sp>
          <p:nvSpPr>
            <p:cNvPr id="59" name="Text 59"/>
            <p:cNvSpPr txBox="1"/>
            <p:nvPr/>
          </p:nvSpPr>
          <p:spPr>
            <a:xfrm>
              <a:off x="1618488" y="3785616"/>
              <a:ext cx="10515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200">
                  <a:solidFill>
                    <a:srgbClr val="15253F"/>
                  </a:solidFill>
                </a:rPr>
                <a:t>86</a:t>
              </a:r>
            </a:p>
          </p:txBody>
        </p:sp>
        <p:sp>
          <p:nvSpPr>
            <p:cNvPr id="60" name="Text 60"/>
            <p:cNvSpPr txBox="1"/>
            <p:nvPr/>
          </p:nvSpPr>
          <p:spPr>
            <a:xfrm>
              <a:off x="2670048" y="3785616"/>
              <a:ext cx="15544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200">
                  <a:solidFill>
                    <a:srgbClr val="15253F"/>
                  </a:solidFill>
                </a:rPr>
                <a:t>91.5 mil m²</a:t>
              </a:r>
            </a:p>
          </p:txBody>
        </p:sp>
        <p:sp>
          <p:nvSpPr>
            <p:cNvPr id="61" name="Text 61"/>
            <p:cNvSpPr txBox="1"/>
            <p:nvPr/>
          </p:nvSpPr>
          <p:spPr>
            <a:xfrm>
              <a:off x="4224528" y="3785616"/>
              <a:ext cx="17830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200" dirty="0">
                  <a:solidFill>
                    <a:srgbClr val="15253F"/>
                  </a:solidFill>
                </a:rPr>
                <a:t>R$ 116.0 mi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80330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 dirty="0">
                <a:solidFill>
                  <a:srgbClr val="15253F"/>
                </a:solidFill>
              </a:rPr>
              <a:t>Curva mensal de área construída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490015" y="1227733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800" b="1" dirty="0">
                <a:solidFill>
                  <a:srgbClr val="253F8E"/>
                </a:solidFill>
              </a:rPr>
              <a:t>2025 | m² construídos por mês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66928" y="191955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 err="1">
                <a:solidFill>
                  <a:srgbClr val="15253F"/>
                </a:solidFill>
              </a:rPr>
              <a:t>jan</a:t>
            </a:r>
            <a:r>
              <a:rPr lang="pt-BR" sz="1400" b="1" dirty="0">
                <a:solidFill>
                  <a:srgbClr val="15253F"/>
                </a:solidFill>
              </a:rPr>
              <a:t>/25</a:t>
            </a:r>
          </a:p>
        </p:txBody>
      </p:sp>
      <p:sp>
        <p:nvSpPr>
          <p:cNvPr id="111" name="Rect 111"/>
          <p:cNvSpPr/>
          <p:nvPr/>
        </p:nvSpPr>
        <p:spPr>
          <a:xfrm>
            <a:off x="1471795" y="2009802"/>
            <a:ext cx="95539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Text 112"/>
          <p:cNvSpPr txBox="1"/>
          <p:nvPr/>
        </p:nvSpPr>
        <p:spPr>
          <a:xfrm>
            <a:off x="3672234" y="1956134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64748B"/>
                </a:solidFill>
              </a:rPr>
              <a:t>10.2 mil m² | 20 obras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566928" y="223045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fev/25</a:t>
            </a:r>
          </a:p>
        </p:txBody>
      </p:sp>
      <p:sp>
        <p:nvSpPr>
          <p:cNvPr id="114" name="Rect 114"/>
          <p:cNvSpPr/>
          <p:nvPr/>
        </p:nvSpPr>
        <p:spPr>
          <a:xfrm>
            <a:off x="1471795" y="2320698"/>
            <a:ext cx="583893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5"/>
          <p:cNvSpPr txBox="1"/>
          <p:nvPr/>
        </p:nvSpPr>
        <p:spPr>
          <a:xfrm>
            <a:off x="3672234" y="2267030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6.2 mil m² | 11 obras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566928" y="2541350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mar/25</a:t>
            </a:r>
          </a:p>
        </p:txBody>
      </p:sp>
      <p:sp>
        <p:nvSpPr>
          <p:cNvPr id="117" name="Rect 117"/>
          <p:cNvSpPr/>
          <p:nvPr/>
        </p:nvSpPr>
        <p:spPr>
          <a:xfrm>
            <a:off x="1471795" y="2631594"/>
            <a:ext cx="51498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8"/>
          <p:cNvSpPr txBox="1"/>
          <p:nvPr/>
        </p:nvSpPr>
        <p:spPr>
          <a:xfrm>
            <a:off x="3672234" y="2577926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5.5 mil m² | 9 obras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566928" y="2852246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abr/25</a:t>
            </a:r>
          </a:p>
        </p:txBody>
      </p:sp>
      <p:sp>
        <p:nvSpPr>
          <p:cNvPr id="120" name="Rect 120"/>
          <p:cNvSpPr/>
          <p:nvPr/>
        </p:nvSpPr>
        <p:spPr>
          <a:xfrm>
            <a:off x="1471795" y="2942490"/>
            <a:ext cx="105674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1" name="Text 121"/>
          <p:cNvSpPr txBox="1"/>
          <p:nvPr/>
        </p:nvSpPr>
        <p:spPr>
          <a:xfrm>
            <a:off x="3672234" y="2888822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11.2 mil m² | 6 obras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66928" y="316314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mai/25</a:t>
            </a:r>
          </a:p>
        </p:txBody>
      </p:sp>
      <p:sp>
        <p:nvSpPr>
          <p:cNvPr id="123" name="Rect 123"/>
          <p:cNvSpPr/>
          <p:nvPr/>
        </p:nvSpPr>
        <p:spPr>
          <a:xfrm>
            <a:off x="1471795" y="3253386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4" name="Text 124"/>
          <p:cNvSpPr txBox="1"/>
          <p:nvPr/>
        </p:nvSpPr>
        <p:spPr>
          <a:xfrm>
            <a:off x="3672234" y="3199718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429 m² | 4 obras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566928" y="347403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jun/25</a:t>
            </a:r>
          </a:p>
        </p:txBody>
      </p:sp>
      <p:sp>
        <p:nvSpPr>
          <p:cNvPr id="126" name="Rect 126"/>
          <p:cNvSpPr/>
          <p:nvPr/>
        </p:nvSpPr>
        <p:spPr>
          <a:xfrm>
            <a:off x="1471795" y="3564282"/>
            <a:ext cx="741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7" name="Text 127"/>
          <p:cNvSpPr txBox="1"/>
          <p:nvPr/>
        </p:nvSpPr>
        <p:spPr>
          <a:xfrm>
            <a:off x="3672234" y="3510614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7.9 mil m² | 15 obras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566928" y="378493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jul/25</a:t>
            </a:r>
          </a:p>
        </p:txBody>
      </p:sp>
      <p:sp>
        <p:nvSpPr>
          <p:cNvPr id="129" name="Rect 129"/>
          <p:cNvSpPr/>
          <p:nvPr/>
        </p:nvSpPr>
        <p:spPr>
          <a:xfrm>
            <a:off x="1471795" y="3875178"/>
            <a:ext cx="156975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0" name="Text 130"/>
          <p:cNvSpPr txBox="1"/>
          <p:nvPr/>
        </p:nvSpPr>
        <p:spPr>
          <a:xfrm>
            <a:off x="3672234" y="3821510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16.7 mil m² | 19 obras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566928" y="4095830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ago/25</a:t>
            </a:r>
          </a:p>
        </p:txBody>
      </p:sp>
      <p:sp>
        <p:nvSpPr>
          <p:cNvPr id="132" name="Rect 132"/>
          <p:cNvSpPr/>
          <p:nvPr/>
        </p:nvSpPr>
        <p:spPr>
          <a:xfrm>
            <a:off x="1471795" y="4186074"/>
            <a:ext cx="71409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3" name="Text 133"/>
          <p:cNvSpPr txBox="1"/>
          <p:nvPr/>
        </p:nvSpPr>
        <p:spPr>
          <a:xfrm>
            <a:off x="3672234" y="4132406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7.6 mil m² | 7 obras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566928" y="4406726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set/25</a:t>
            </a:r>
          </a:p>
        </p:txBody>
      </p:sp>
      <p:sp>
        <p:nvSpPr>
          <p:cNvPr id="135" name="Rect 135"/>
          <p:cNvSpPr/>
          <p:nvPr/>
        </p:nvSpPr>
        <p:spPr>
          <a:xfrm>
            <a:off x="1471795" y="4496970"/>
            <a:ext cx="944057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Text 136"/>
          <p:cNvSpPr txBox="1"/>
          <p:nvPr/>
        </p:nvSpPr>
        <p:spPr>
          <a:xfrm>
            <a:off x="3672234" y="4443302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10.0 mil m² | 12 obras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566928" y="4717622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out/25</a:t>
            </a:r>
          </a:p>
        </p:txBody>
      </p:sp>
      <p:sp>
        <p:nvSpPr>
          <p:cNvPr id="138" name="Rect 138"/>
          <p:cNvSpPr/>
          <p:nvPr/>
        </p:nvSpPr>
        <p:spPr>
          <a:xfrm>
            <a:off x="1471795" y="4807866"/>
            <a:ext cx="552503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9" name="Text 139"/>
          <p:cNvSpPr txBox="1"/>
          <p:nvPr/>
        </p:nvSpPr>
        <p:spPr>
          <a:xfrm>
            <a:off x="3672234" y="4754198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5.9 mil m² | 10 obras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566928" y="5028518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nov/25</a:t>
            </a:r>
          </a:p>
        </p:txBody>
      </p:sp>
      <p:sp>
        <p:nvSpPr>
          <p:cNvPr id="141" name="Rect 141"/>
          <p:cNvSpPr/>
          <p:nvPr/>
        </p:nvSpPr>
        <p:spPr>
          <a:xfrm>
            <a:off x="1471795" y="5118762"/>
            <a:ext cx="199796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2" name="Text 142"/>
          <p:cNvSpPr txBox="1"/>
          <p:nvPr/>
        </p:nvSpPr>
        <p:spPr>
          <a:xfrm>
            <a:off x="3672234" y="5065094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21.2 mil m² | 22 obras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566928" y="5339414"/>
            <a:ext cx="17876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>
                <a:solidFill>
                  <a:srgbClr val="15253F"/>
                </a:solidFill>
              </a:rPr>
              <a:t>dez/25</a:t>
            </a:r>
          </a:p>
        </p:txBody>
      </p:sp>
      <p:sp>
        <p:nvSpPr>
          <p:cNvPr id="144" name="Rect 144"/>
          <p:cNvSpPr/>
          <p:nvPr/>
        </p:nvSpPr>
        <p:spPr>
          <a:xfrm>
            <a:off x="1471795" y="5429658"/>
            <a:ext cx="180974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5" name="Text 145"/>
          <p:cNvSpPr txBox="1"/>
          <p:nvPr/>
        </p:nvSpPr>
        <p:spPr>
          <a:xfrm>
            <a:off x="3672234" y="5375990"/>
            <a:ext cx="1380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19.2 mil m² | 35 obras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6321554" y="1269395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800" b="1" dirty="0">
                <a:solidFill>
                  <a:srgbClr val="F37021"/>
                </a:solidFill>
              </a:rPr>
              <a:t>2026 | m² construídos por mês</a:t>
            </a:r>
          </a:p>
        </p:txBody>
      </p:sp>
      <p:sp>
        <p:nvSpPr>
          <p:cNvPr id="210" name="Text 210"/>
          <p:cNvSpPr txBox="1"/>
          <p:nvPr/>
        </p:nvSpPr>
        <p:spPr>
          <a:xfrm>
            <a:off x="6309360" y="1919558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 err="1">
                <a:solidFill>
                  <a:srgbClr val="15253F"/>
                </a:solidFill>
              </a:rPr>
              <a:t>jan</a:t>
            </a:r>
            <a:r>
              <a:rPr lang="pt-BR" sz="1400" b="1" dirty="0">
                <a:solidFill>
                  <a:srgbClr val="15253F"/>
                </a:solidFill>
              </a:rPr>
              <a:t>/26</a:t>
            </a:r>
          </a:p>
        </p:txBody>
      </p:sp>
      <p:sp>
        <p:nvSpPr>
          <p:cNvPr id="211" name="Rect 211"/>
          <p:cNvSpPr/>
          <p:nvPr/>
        </p:nvSpPr>
        <p:spPr>
          <a:xfrm>
            <a:off x="7317124" y="2028090"/>
            <a:ext cx="1590471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Text 212"/>
          <p:cNvSpPr txBox="1"/>
          <p:nvPr/>
        </p:nvSpPr>
        <p:spPr>
          <a:xfrm>
            <a:off x="9443103" y="1954938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dirty="0">
                <a:solidFill>
                  <a:srgbClr val="64748B"/>
                </a:solidFill>
              </a:rPr>
              <a:t>23.8 mil m² | 20 obras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6309360" y="2303606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fev/26</a:t>
            </a:r>
          </a:p>
        </p:txBody>
      </p:sp>
      <p:sp>
        <p:nvSpPr>
          <p:cNvPr id="214" name="Rect 214"/>
          <p:cNvSpPr/>
          <p:nvPr/>
        </p:nvSpPr>
        <p:spPr>
          <a:xfrm>
            <a:off x="7317124" y="2412138"/>
            <a:ext cx="1997964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5" name="Text 215"/>
          <p:cNvSpPr txBox="1"/>
          <p:nvPr/>
        </p:nvSpPr>
        <p:spPr>
          <a:xfrm>
            <a:off x="9443103" y="2338986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29.8 mil m² | 24 obras</a:t>
            </a:r>
          </a:p>
        </p:txBody>
      </p:sp>
      <p:sp>
        <p:nvSpPr>
          <p:cNvPr id="216" name="Text 216"/>
          <p:cNvSpPr txBox="1"/>
          <p:nvPr/>
        </p:nvSpPr>
        <p:spPr>
          <a:xfrm>
            <a:off x="6309360" y="2687654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mar/26</a:t>
            </a:r>
          </a:p>
        </p:txBody>
      </p:sp>
      <p:sp>
        <p:nvSpPr>
          <p:cNvPr id="217" name="Rect 217"/>
          <p:cNvSpPr/>
          <p:nvPr/>
        </p:nvSpPr>
        <p:spPr>
          <a:xfrm>
            <a:off x="7317124" y="2796186"/>
            <a:ext cx="949080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8" name="Text 218"/>
          <p:cNvSpPr txBox="1"/>
          <p:nvPr/>
        </p:nvSpPr>
        <p:spPr>
          <a:xfrm>
            <a:off x="9443103" y="2723034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14.2 mil m² | 11 obras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6309360" y="3071702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abr/26</a:t>
            </a:r>
          </a:p>
        </p:txBody>
      </p:sp>
      <p:sp>
        <p:nvSpPr>
          <p:cNvPr id="220" name="Rect 220"/>
          <p:cNvSpPr/>
          <p:nvPr/>
        </p:nvSpPr>
        <p:spPr>
          <a:xfrm>
            <a:off x="7317124" y="3180234"/>
            <a:ext cx="327417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Text 221"/>
          <p:cNvSpPr txBox="1"/>
          <p:nvPr/>
        </p:nvSpPr>
        <p:spPr>
          <a:xfrm>
            <a:off x="9443103" y="3107082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4.9 mil m² | 10 obras</a:t>
            </a:r>
          </a:p>
        </p:txBody>
      </p:sp>
      <p:sp>
        <p:nvSpPr>
          <p:cNvPr id="222" name="Text 222"/>
          <p:cNvSpPr txBox="1"/>
          <p:nvPr/>
        </p:nvSpPr>
        <p:spPr>
          <a:xfrm>
            <a:off x="6309360" y="3455750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mai/26</a:t>
            </a:r>
          </a:p>
        </p:txBody>
      </p:sp>
      <p:sp>
        <p:nvSpPr>
          <p:cNvPr id="223" name="Rect 223"/>
          <p:cNvSpPr/>
          <p:nvPr/>
        </p:nvSpPr>
        <p:spPr>
          <a:xfrm>
            <a:off x="7317124" y="3564282"/>
            <a:ext cx="659464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4" name="Text 224"/>
          <p:cNvSpPr txBox="1"/>
          <p:nvPr/>
        </p:nvSpPr>
        <p:spPr>
          <a:xfrm>
            <a:off x="9443103" y="3491130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9.8 mil m² | 8 obras</a:t>
            </a:r>
          </a:p>
        </p:txBody>
      </p:sp>
      <p:sp>
        <p:nvSpPr>
          <p:cNvPr id="225" name="Text 225"/>
          <p:cNvSpPr txBox="1"/>
          <p:nvPr/>
        </p:nvSpPr>
        <p:spPr>
          <a:xfrm>
            <a:off x="6309360" y="3839798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jun/26</a:t>
            </a:r>
          </a:p>
        </p:txBody>
      </p:sp>
      <p:sp>
        <p:nvSpPr>
          <p:cNvPr id="226" name="Rect 226"/>
          <p:cNvSpPr/>
          <p:nvPr/>
        </p:nvSpPr>
        <p:spPr>
          <a:xfrm>
            <a:off x="7317124" y="3948330"/>
            <a:ext cx="439178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7" name="Text 227"/>
          <p:cNvSpPr txBox="1"/>
          <p:nvPr/>
        </p:nvSpPr>
        <p:spPr>
          <a:xfrm>
            <a:off x="9443103" y="3875178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6.6 mil m² | 6 obras</a:t>
            </a:r>
          </a:p>
        </p:txBody>
      </p:sp>
      <p:sp>
        <p:nvSpPr>
          <p:cNvPr id="228" name="Text 228"/>
          <p:cNvSpPr txBox="1"/>
          <p:nvPr/>
        </p:nvSpPr>
        <p:spPr>
          <a:xfrm>
            <a:off x="6309360" y="4223846"/>
            <a:ext cx="1787652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15253F"/>
                </a:solidFill>
              </a:rPr>
              <a:t>jul/26</a:t>
            </a:r>
          </a:p>
        </p:txBody>
      </p:sp>
      <p:sp>
        <p:nvSpPr>
          <p:cNvPr id="229" name="Rect 229"/>
          <p:cNvSpPr/>
          <p:nvPr/>
        </p:nvSpPr>
        <p:spPr>
          <a:xfrm>
            <a:off x="7317124" y="4332378"/>
            <a:ext cx="162703" cy="146304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Text 230"/>
          <p:cNvSpPr txBox="1"/>
          <p:nvPr/>
        </p:nvSpPr>
        <p:spPr>
          <a:xfrm>
            <a:off x="9443103" y="4259226"/>
            <a:ext cx="1942801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2.4 mil m² | 7 obras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 dirty="0">
                <a:solidFill>
                  <a:srgbClr val="15253F"/>
                </a:solidFill>
              </a:rPr>
              <a:t>Tipologia de Obras | valor, área e R$/m²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611734" y="1517904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 dirty="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134" name="Rect 134"/>
          <p:cNvSpPr/>
          <p:nvPr/>
        </p:nvSpPr>
        <p:spPr>
          <a:xfrm>
            <a:off x="2407920" y="1591056"/>
            <a:ext cx="2102206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5" name="Text 135"/>
          <p:cNvSpPr txBox="1"/>
          <p:nvPr/>
        </p:nvSpPr>
        <p:spPr>
          <a:xfrm>
            <a:off x="4578400" y="1517904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dirty="0">
                <a:solidFill>
                  <a:srgbClr val="64748B"/>
                </a:solidFill>
              </a:rPr>
              <a:t>R$ 99.7 mi | 90 obras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611734" y="2011680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137" name="Rect 137"/>
          <p:cNvSpPr/>
          <p:nvPr/>
        </p:nvSpPr>
        <p:spPr>
          <a:xfrm>
            <a:off x="2407920" y="2084832"/>
            <a:ext cx="1226674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ext 138"/>
          <p:cNvSpPr txBox="1"/>
          <p:nvPr/>
        </p:nvSpPr>
        <p:spPr>
          <a:xfrm>
            <a:off x="4578400" y="2011680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>
                <a:solidFill>
                  <a:srgbClr val="64748B"/>
                </a:solidFill>
              </a:rPr>
              <a:t>R$ 58.2 mi | 11 obras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11734" y="2505456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40" name="Rect 140"/>
          <p:cNvSpPr/>
          <p:nvPr/>
        </p:nvSpPr>
        <p:spPr>
          <a:xfrm>
            <a:off x="2407920" y="2578608"/>
            <a:ext cx="1199655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1" name="Text 141"/>
          <p:cNvSpPr txBox="1"/>
          <p:nvPr/>
        </p:nvSpPr>
        <p:spPr>
          <a:xfrm>
            <a:off x="4578400" y="2505456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>
                <a:solidFill>
                  <a:srgbClr val="64748B"/>
                </a:solidFill>
              </a:rPr>
              <a:t>R$ 56.9 mi | 25 obras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11734" y="2999232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143" name="Rect 143"/>
          <p:cNvSpPr/>
          <p:nvPr/>
        </p:nvSpPr>
        <p:spPr>
          <a:xfrm>
            <a:off x="2407920" y="3072384"/>
            <a:ext cx="54976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4" name="Text 144"/>
          <p:cNvSpPr txBox="1"/>
          <p:nvPr/>
        </p:nvSpPr>
        <p:spPr>
          <a:xfrm>
            <a:off x="4578400" y="2999232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>
                <a:solidFill>
                  <a:srgbClr val="64748B"/>
                </a:solidFill>
              </a:rPr>
              <a:t>R$ 26.1 mi | 87 obras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611734" y="3493008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146" name="Rect 146"/>
          <p:cNvSpPr/>
          <p:nvPr/>
        </p:nvSpPr>
        <p:spPr>
          <a:xfrm>
            <a:off x="2407920" y="3566160"/>
            <a:ext cx="48414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7" name="Text 147"/>
          <p:cNvSpPr txBox="1"/>
          <p:nvPr/>
        </p:nvSpPr>
        <p:spPr>
          <a:xfrm>
            <a:off x="4578400" y="3493008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>
                <a:solidFill>
                  <a:srgbClr val="64748B"/>
                </a:solidFill>
              </a:rPr>
              <a:t>R$ 23.0 mi | 17 obras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611734" y="3986784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149" name="Rect 149"/>
          <p:cNvSpPr/>
          <p:nvPr/>
        </p:nvSpPr>
        <p:spPr>
          <a:xfrm>
            <a:off x="2407920" y="4059936"/>
            <a:ext cx="382739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0" name="Text 150"/>
          <p:cNvSpPr txBox="1"/>
          <p:nvPr/>
        </p:nvSpPr>
        <p:spPr>
          <a:xfrm>
            <a:off x="4578400" y="3986784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>
                <a:solidFill>
                  <a:srgbClr val="64748B"/>
                </a:solidFill>
              </a:rPr>
              <a:t>R$ 18.2 mi | 22 obras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611734" y="4480560"/>
            <a:ext cx="1880921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 b="1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152" name="Rect 152"/>
          <p:cNvSpPr/>
          <p:nvPr/>
        </p:nvSpPr>
        <p:spPr>
          <a:xfrm>
            <a:off x="2407920" y="4553712"/>
            <a:ext cx="73152" cy="146304"/>
          </a:xfrm>
          <a:prstGeom prst="rect">
            <a:avLst/>
          </a:prstGeom>
          <a:solidFill>
            <a:srgbClr val="2F65B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3" name="Text 153"/>
          <p:cNvSpPr txBox="1"/>
          <p:nvPr/>
        </p:nvSpPr>
        <p:spPr>
          <a:xfrm>
            <a:off x="4578400" y="4480560"/>
            <a:ext cx="1329538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50">
                <a:solidFill>
                  <a:srgbClr val="64748B"/>
                </a:solidFill>
              </a:rPr>
              <a:t>R$ 2.2 mi | 4 obras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0CEA9CA5-0500-1BE8-11D7-FE87135AB906}"/>
              </a:ext>
            </a:extLst>
          </p:cNvPr>
          <p:cNvGrpSpPr/>
          <p:nvPr/>
        </p:nvGrpSpPr>
        <p:grpSpPr>
          <a:xfrm>
            <a:off x="6306312" y="1536192"/>
            <a:ext cx="4983480" cy="2487168"/>
            <a:chOff x="6306312" y="1536192"/>
            <a:chExt cx="4983480" cy="2487168"/>
          </a:xfrm>
        </p:grpSpPr>
        <p:sp>
          <p:nvSpPr>
            <p:cNvPr id="2" name="Text 150"/>
            <p:cNvSpPr txBox="1"/>
            <p:nvPr/>
          </p:nvSpPr>
          <p:spPr>
            <a:xfrm>
              <a:off x="6306312" y="1536192"/>
              <a:ext cx="160020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050" b="1">
                  <a:solidFill>
                    <a:srgbClr val="FFFFFF"/>
                  </a:solidFill>
                </a:rPr>
                <a:t>Grupo</a:t>
              </a:r>
            </a:p>
          </p:txBody>
        </p:sp>
        <p:sp>
          <p:nvSpPr>
            <p:cNvPr id="3" name="Text 151"/>
            <p:cNvSpPr txBox="1"/>
            <p:nvPr/>
          </p:nvSpPr>
          <p:spPr>
            <a:xfrm>
              <a:off x="7906512" y="1536192"/>
              <a:ext cx="59436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05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4" name="Text 152"/>
            <p:cNvSpPr txBox="1"/>
            <p:nvPr/>
          </p:nvSpPr>
          <p:spPr>
            <a:xfrm>
              <a:off x="8500872" y="1536192"/>
              <a:ext cx="105156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05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5" name="Text 153"/>
            <p:cNvSpPr txBox="1"/>
            <p:nvPr/>
          </p:nvSpPr>
          <p:spPr>
            <a:xfrm>
              <a:off x="9552432" y="1536192"/>
              <a:ext cx="8686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050" b="1">
                  <a:solidFill>
                    <a:srgbClr val="FFFFFF"/>
                  </a:solidFill>
                </a:rPr>
                <a:t>m²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10421112" y="1536192"/>
              <a:ext cx="868680" cy="3108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1050" b="1">
                  <a:solidFill>
                    <a:srgbClr val="FFFFFF"/>
                  </a:solidFill>
                </a:rPr>
                <a:t>R$/m²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6306312" y="1847088"/>
              <a:ext cx="16002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 dirty="0">
                  <a:solidFill>
                    <a:srgbClr val="15253F"/>
                  </a:solidFill>
                </a:rPr>
                <a:t>Clínicas Ambulatoriais, Laboratórios e Coletas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7906512" y="1847088"/>
              <a:ext cx="5943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90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8500872" y="1847088"/>
              <a:ext cx="10515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R$ 99.7 mi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9552432" y="1847088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53.5 mil m²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10421112" y="1847088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R$ 1.865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6306312" y="2157984"/>
              <a:ext cx="16002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 dirty="0">
                  <a:solidFill>
                    <a:srgbClr val="15253F"/>
                  </a:solidFill>
                </a:rPr>
                <a:t>Pronto Atendimentos e Clínicas Complexas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7906512" y="2157984"/>
              <a:ext cx="5943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11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8500872" y="2157984"/>
              <a:ext cx="10515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R$ 58.2 mi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9552432" y="2157984"/>
              <a:ext cx="8686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25.7 mil m²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10421112" y="2157984"/>
              <a:ext cx="8686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R$ 2.262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6306312" y="2468880"/>
              <a:ext cx="16002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7906512" y="2468880"/>
              <a:ext cx="5943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25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8500872" y="2468880"/>
              <a:ext cx="10515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R$ 56.9 mi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9552432" y="2468880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34.6 mil m²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10421112" y="2468880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R$ 1.645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6306312" y="2779776"/>
              <a:ext cx="16002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>
                  <a:solidFill>
                    <a:srgbClr val="15253F"/>
                  </a:solidFill>
                </a:rPr>
                <a:t>Obra regulatória com baixa intervenção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7906512" y="2779776"/>
              <a:ext cx="5943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87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8500872" y="2779776"/>
              <a:ext cx="10515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R$ 26.1 mi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9552432" y="2779776"/>
              <a:ext cx="8686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69.9 mil m²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10421112" y="2779776"/>
              <a:ext cx="8686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R$ 373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6306312" y="3090672"/>
              <a:ext cx="16002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>
                  <a:solidFill>
                    <a:srgbClr val="15253F"/>
                  </a:solidFill>
                </a:rPr>
                <a:t>Obra regulatória com alta intervenção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7906512" y="3090672"/>
              <a:ext cx="5943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17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8500872" y="3090672"/>
              <a:ext cx="10515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R$ 23.0 mi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9552432" y="3090672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18.3 mil m²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10421112" y="3090672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R$ 1.254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6306312" y="3401568"/>
              <a:ext cx="160020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>
                  <a:solidFill>
                    <a:srgbClr val="15253F"/>
                  </a:solidFill>
                </a:rPr>
                <a:t>Obra regulatória com média intervenção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7906512" y="3401568"/>
              <a:ext cx="5943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22</a:t>
              </a:r>
            </a:p>
          </p:txBody>
        </p:sp>
        <p:sp>
          <p:nvSpPr>
            <p:cNvPr id="182" name="Text 182"/>
            <p:cNvSpPr txBox="1"/>
            <p:nvPr/>
          </p:nvSpPr>
          <p:spPr>
            <a:xfrm>
              <a:off x="8500872" y="3401568"/>
              <a:ext cx="105156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R$ 18.2 mi</a:t>
              </a:r>
            </a:p>
          </p:txBody>
        </p:sp>
        <p:sp>
          <p:nvSpPr>
            <p:cNvPr id="183" name="Text 183"/>
            <p:cNvSpPr txBox="1"/>
            <p:nvPr/>
          </p:nvSpPr>
          <p:spPr>
            <a:xfrm>
              <a:off x="9552432" y="3401568"/>
              <a:ext cx="8686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10.3 mil m²</a:t>
              </a:r>
            </a:p>
          </p:txBody>
        </p:sp>
        <p:sp>
          <p:nvSpPr>
            <p:cNvPr id="184" name="Text 184"/>
            <p:cNvSpPr txBox="1"/>
            <p:nvPr/>
          </p:nvSpPr>
          <p:spPr>
            <a:xfrm>
              <a:off x="10421112" y="3401568"/>
              <a:ext cx="868680" cy="3108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R$ 1.763</a:t>
              </a:r>
            </a:p>
          </p:txBody>
        </p:sp>
        <p:sp>
          <p:nvSpPr>
            <p:cNvPr id="185" name="Text 185"/>
            <p:cNvSpPr txBox="1"/>
            <p:nvPr/>
          </p:nvSpPr>
          <p:spPr>
            <a:xfrm>
              <a:off x="6306312" y="3712464"/>
              <a:ext cx="160020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l"/>
              <a:r>
                <a:rPr lang="pt-BR" sz="900">
                  <a:solidFill>
                    <a:srgbClr val="15253F"/>
                  </a:solidFill>
                </a:rPr>
                <a:t>Adm e Outros</a:t>
              </a:r>
            </a:p>
          </p:txBody>
        </p:sp>
        <p:sp>
          <p:nvSpPr>
            <p:cNvPr id="186" name="Text 186"/>
            <p:cNvSpPr txBox="1"/>
            <p:nvPr/>
          </p:nvSpPr>
          <p:spPr>
            <a:xfrm>
              <a:off x="7906512" y="3712464"/>
              <a:ext cx="5943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187" name="Text 187"/>
            <p:cNvSpPr txBox="1"/>
            <p:nvPr/>
          </p:nvSpPr>
          <p:spPr>
            <a:xfrm>
              <a:off x="8500872" y="3712464"/>
              <a:ext cx="105156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R$ 2.2 mi</a:t>
              </a:r>
            </a:p>
          </p:txBody>
        </p:sp>
        <p:sp>
          <p:nvSpPr>
            <p:cNvPr id="188" name="Text 188"/>
            <p:cNvSpPr txBox="1"/>
            <p:nvPr/>
          </p:nvSpPr>
          <p:spPr>
            <a:xfrm>
              <a:off x="9552432" y="3712464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1.2 mil m²</a:t>
              </a:r>
            </a:p>
          </p:txBody>
        </p:sp>
        <p:sp>
          <p:nvSpPr>
            <p:cNvPr id="189" name="Text 189"/>
            <p:cNvSpPr txBox="1"/>
            <p:nvPr/>
          </p:nvSpPr>
          <p:spPr>
            <a:xfrm>
              <a:off x="10421112" y="3712464"/>
              <a:ext cx="868680" cy="3108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8E0EA"/>
              </a:solidFill>
            </a:ln>
          </p:spPr>
          <p:txBody>
            <a:bodyPr wrap="square" lIns="91440" tIns="45720" rIns="91440" bIns="45720"/>
            <a:lstStyle/>
            <a:p>
              <a:pPr algn="r"/>
              <a:r>
                <a:rPr lang="pt-BR" sz="1050">
                  <a:solidFill>
                    <a:srgbClr val="15253F"/>
                  </a:solidFill>
                </a:rPr>
                <a:t>R$ 1.878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Indicadores geográficos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600" name="Text 6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Indicadores por Região e Estado</a:t>
            </a:r>
          </a:p>
        </p:txBody>
      </p:sp>
      <p:sp>
        <p:nvSpPr>
          <p:cNvPr id="601" name="Text 601"/>
          <p:cNvSpPr txBox="1"/>
          <p:nvPr/>
        </p:nvSpPr>
        <p:spPr>
          <a:xfrm>
            <a:off x="658368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>
                <a:solidFill>
                  <a:srgbClr val="2F65B7"/>
                </a:solidFill>
              </a:rPr>
              <a:t>Região</a:t>
            </a:r>
          </a:p>
        </p:txBody>
      </p:sp>
      <p:sp>
        <p:nvSpPr>
          <p:cNvPr id="610" name="Text 610"/>
          <p:cNvSpPr txBox="1"/>
          <p:nvPr/>
        </p:nvSpPr>
        <p:spPr>
          <a:xfrm>
            <a:off x="65836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Região</a:t>
            </a:r>
          </a:p>
        </p:txBody>
      </p:sp>
      <p:sp>
        <p:nvSpPr>
          <p:cNvPr id="611" name="Text 611"/>
          <p:cNvSpPr txBox="1"/>
          <p:nvPr/>
        </p:nvSpPr>
        <p:spPr>
          <a:xfrm>
            <a:off x="1984248" y="1600200"/>
            <a:ext cx="7772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12" name="Text 612"/>
          <p:cNvSpPr txBox="1"/>
          <p:nvPr/>
        </p:nvSpPr>
        <p:spPr>
          <a:xfrm>
            <a:off x="2761488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13" name="Text 613"/>
          <p:cNvSpPr txBox="1"/>
          <p:nvPr/>
        </p:nvSpPr>
        <p:spPr>
          <a:xfrm>
            <a:off x="3904488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14" name="Text 614"/>
          <p:cNvSpPr txBox="1"/>
          <p:nvPr/>
        </p:nvSpPr>
        <p:spPr>
          <a:xfrm>
            <a:off x="5230368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15" name="Text 615"/>
          <p:cNvSpPr txBox="1"/>
          <p:nvPr/>
        </p:nvSpPr>
        <p:spPr>
          <a:xfrm>
            <a:off x="65836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SE</a:t>
            </a:r>
          </a:p>
        </p:txBody>
      </p:sp>
      <p:sp>
        <p:nvSpPr>
          <p:cNvPr id="616" name="Text 616"/>
          <p:cNvSpPr txBox="1"/>
          <p:nvPr/>
        </p:nvSpPr>
        <p:spPr>
          <a:xfrm>
            <a:off x="1984248" y="1911096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114</a:t>
            </a:r>
          </a:p>
        </p:txBody>
      </p:sp>
      <p:sp>
        <p:nvSpPr>
          <p:cNvPr id="617" name="Text 617"/>
          <p:cNvSpPr txBox="1"/>
          <p:nvPr/>
        </p:nvSpPr>
        <p:spPr>
          <a:xfrm>
            <a:off x="2761488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121.2 mil m²</a:t>
            </a:r>
          </a:p>
        </p:txBody>
      </p:sp>
      <p:sp>
        <p:nvSpPr>
          <p:cNvPr id="618" name="Text 618"/>
          <p:cNvSpPr txBox="1"/>
          <p:nvPr/>
        </p:nvSpPr>
        <p:spPr>
          <a:xfrm>
            <a:off x="3904488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R$ 178.6 mi</a:t>
            </a:r>
          </a:p>
        </p:txBody>
      </p:sp>
      <p:sp>
        <p:nvSpPr>
          <p:cNvPr id="619" name="Text 619"/>
          <p:cNvSpPr txBox="1"/>
          <p:nvPr/>
        </p:nvSpPr>
        <p:spPr>
          <a:xfrm>
            <a:off x="5230368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 dirty="0">
                <a:solidFill>
                  <a:srgbClr val="15253F"/>
                </a:solidFill>
              </a:rPr>
              <a:t>R$ 1.473</a:t>
            </a:r>
          </a:p>
        </p:txBody>
      </p:sp>
      <p:sp>
        <p:nvSpPr>
          <p:cNvPr id="620" name="Text 620"/>
          <p:cNvSpPr txBox="1"/>
          <p:nvPr/>
        </p:nvSpPr>
        <p:spPr>
          <a:xfrm>
            <a:off x="65836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NE</a:t>
            </a:r>
          </a:p>
        </p:txBody>
      </p:sp>
      <p:sp>
        <p:nvSpPr>
          <p:cNvPr id="621" name="Text 621"/>
          <p:cNvSpPr txBox="1"/>
          <p:nvPr/>
        </p:nvSpPr>
        <p:spPr>
          <a:xfrm>
            <a:off x="1984248" y="2221992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94</a:t>
            </a:r>
          </a:p>
        </p:txBody>
      </p:sp>
      <p:sp>
        <p:nvSpPr>
          <p:cNvPr id="622" name="Text 622"/>
          <p:cNvSpPr txBox="1"/>
          <p:nvPr/>
        </p:nvSpPr>
        <p:spPr>
          <a:xfrm>
            <a:off x="2761488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59.0 mil m²</a:t>
            </a:r>
          </a:p>
        </p:txBody>
      </p:sp>
      <p:sp>
        <p:nvSpPr>
          <p:cNvPr id="623" name="Text 623"/>
          <p:cNvSpPr txBox="1"/>
          <p:nvPr/>
        </p:nvSpPr>
        <p:spPr>
          <a:xfrm>
            <a:off x="3904488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R$ 59.5 mi</a:t>
            </a:r>
          </a:p>
        </p:txBody>
      </p:sp>
      <p:sp>
        <p:nvSpPr>
          <p:cNvPr id="624" name="Text 624"/>
          <p:cNvSpPr txBox="1"/>
          <p:nvPr/>
        </p:nvSpPr>
        <p:spPr>
          <a:xfrm>
            <a:off x="5230368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R$ 1.008</a:t>
            </a:r>
          </a:p>
        </p:txBody>
      </p:sp>
      <p:sp>
        <p:nvSpPr>
          <p:cNvPr id="625" name="Text 625"/>
          <p:cNvSpPr txBox="1"/>
          <p:nvPr/>
        </p:nvSpPr>
        <p:spPr>
          <a:xfrm>
            <a:off x="65836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NO</a:t>
            </a:r>
          </a:p>
        </p:txBody>
      </p:sp>
      <p:sp>
        <p:nvSpPr>
          <p:cNvPr id="626" name="Text 626"/>
          <p:cNvSpPr txBox="1"/>
          <p:nvPr/>
        </p:nvSpPr>
        <p:spPr>
          <a:xfrm>
            <a:off x="1984248" y="2532888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28</a:t>
            </a:r>
          </a:p>
        </p:txBody>
      </p:sp>
      <p:sp>
        <p:nvSpPr>
          <p:cNvPr id="627" name="Text 627"/>
          <p:cNvSpPr txBox="1"/>
          <p:nvPr/>
        </p:nvSpPr>
        <p:spPr>
          <a:xfrm>
            <a:off x="2761488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21.4 mil m²</a:t>
            </a:r>
          </a:p>
        </p:txBody>
      </p:sp>
      <p:sp>
        <p:nvSpPr>
          <p:cNvPr id="628" name="Text 628"/>
          <p:cNvSpPr txBox="1"/>
          <p:nvPr/>
        </p:nvSpPr>
        <p:spPr>
          <a:xfrm>
            <a:off x="3904488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R$ 25.9 mi</a:t>
            </a:r>
          </a:p>
        </p:txBody>
      </p:sp>
      <p:sp>
        <p:nvSpPr>
          <p:cNvPr id="629" name="Text 629"/>
          <p:cNvSpPr txBox="1"/>
          <p:nvPr/>
        </p:nvSpPr>
        <p:spPr>
          <a:xfrm>
            <a:off x="5230368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R$ 1.211</a:t>
            </a:r>
          </a:p>
        </p:txBody>
      </p:sp>
      <p:sp>
        <p:nvSpPr>
          <p:cNvPr id="630" name="Text 630"/>
          <p:cNvSpPr txBox="1"/>
          <p:nvPr/>
        </p:nvSpPr>
        <p:spPr>
          <a:xfrm>
            <a:off x="65836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CO</a:t>
            </a:r>
          </a:p>
        </p:txBody>
      </p:sp>
      <p:sp>
        <p:nvSpPr>
          <p:cNvPr id="631" name="Text 631"/>
          <p:cNvSpPr txBox="1"/>
          <p:nvPr/>
        </p:nvSpPr>
        <p:spPr>
          <a:xfrm>
            <a:off x="1984248" y="2843784"/>
            <a:ext cx="7772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632" name="Text 632"/>
          <p:cNvSpPr txBox="1"/>
          <p:nvPr/>
        </p:nvSpPr>
        <p:spPr>
          <a:xfrm>
            <a:off x="2761488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6.6 mil m²</a:t>
            </a:r>
          </a:p>
        </p:txBody>
      </p:sp>
      <p:sp>
        <p:nvSpPr>
          <p:cNvPr id="633" name="Text 633"/>
          <p:cNvSpPr txBox="1"/>
          <p:nvPr/>
        </p:nvSpPr>
        <p:spPr>
          <a:xfrm>
            <a:off x="3904488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R$ 12.1 mi</a:t>
            </a:r>
          </a:p>
        </p:txBody>
      </p:sp>
      <p:sp>
        <p:nvSpPr>
          <p:cNvPr id="634" name="Text 634"/>
          <p:cNvSpPr txBox="1"/>
          <p:nvPr/>
        </p:nvSpPr>
        <p:spPr>
          <a:xfrm>
            <a:off x="5230368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R$ 1.826</a:t>
            </a:r>
          </a:p>
        </p:txBody>
      </p:sp>
      <p:sp>
        <p:nvSpPr>
          <p:cNvPr id="635" name="Text 635"/>
          <p:cNvSpPr txBox="1"/>
          <p:nvPr/>
        </p:nvSpPr>
        <p:spPr>
          <a:xfrm>
            <a:off x="65836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SU</a:t>
            </a:r>
          </a:p>
        </p:txBody>
      </p:sp>
      <p:sp>
        <p:nvSpPr>
          <p:cNvPr id="636" name="Text 636"/>
          <p:cNvSpPr txBox="1"/>
          <p:nvPr/>
        </p:nvSpPr>
        <p:spPr>
          <a:xfrm>
            <a:off x="1984248" y="3154680"/>
            <a:ext cx="777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637" name="Text 637"/>
          <p:cNvSpPr txBox="1"/>
          <p:nvPr/>
        </p:nvSpPr>
        <p:spPr>
          <a:xfrm>
            <a:off x="2761488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5.3 mil m²</a:t>
            </a:r>
          </a:p>
        </p:txBody>
      </p:sp>
      <p:sp>
        <p:nvSpPr>
          <p:cNvPr id="638" name="Text 638"/>
          <p:cNvSpPr txBox="1"/>
          <p:nvPr/>
        </p:nvSpPr>
        <p:spPr>
          <a:xfrm>
            <a:off x="3904488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R$ 8.2 mi</a:t>
            </a:r>
          </a:p>
        </p:txBody>
      </p:sp>
      <p:sp>
        <p:nvSpPr>
          <p:cNvPr id="639" name="Text 639"/>
          <p:cNvSpPr txBox="1"/>
          <p:nvPr/>
        </p:nvSpPr>
        <p:spPr>
          <a:xfrm>
            <a:off x="5230368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R$ 1.560</a:t>
            </a:r>
          </a:p>
        </p:txBody>
      </p:sp>
      <p:sp>
        <p:nvSpPr>
          <p:cNvPr id="670" name="Text 670"/>
          <p:cNvSpPr txBox="1"/>
          <p:nvPr/>
        </p:nvSpPr>
        <p:spPr>
          <a:xfrm>
            <a:off x="6446520" y="123444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>
                <a:solidFill>
                  <a:srgbClr val="2F65B7"/>
                </a:solidFill>
              </a:rPr>
              <a:t>Top Estados por valor negociado</a:t>
            </a:r>
          </a:p>
        </p:txBody>
      </p:sp>
      <p:sp>
        <p:nvSpPr>
          <p:cNvPr id="680" name="Text 680"/>
          <p:cNvSpPr txBox="1"/>
          <p:nvPr/>
        </p:nvSpPr>
        <p:spPr>
          <a:xfrm>
            <a:off x="64465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UF</a:t>
            </a:r>
          </a:p>
        </p:txBody>
      </p:sp>
      <p:sp>
        <p:nvSpPr>
          <p:cNvPr id="681" name="Text 681"/>
          <p:cNvSpPr txBox="1"/>
          <p:nvPr/>
        </p:nvSpPr>
        <p:spPr>
          <a:xfrm>
            <a:off x="7589520" y="1600200"/>
            <a:ext cx="6858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682" name="Text 682"/>
          <p:cNvSpPr txBox="1"/>
          <p:nvPr/>
        </p:nvSpPr>
        <p:spPr>
          <a:xfrm>
            <a:off x="8275320" y="1600200"/>
            <a:ext cx="11430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683" name="Text 683"/>
          <p:cNvSpPr txBox="1"/>
          <p:nvPr/>
        </p:nvSpPr>
        <p:spPr>
          <a:xfrm>
            <a:off x="9418320" y="1600200"/>
            <a:ext cx="13258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684" name="Text 684"/>
          <p:cNvSpPr txBox="1"/>
          <p:nvPr/>
        </p:nvSpPr>
        <p:spPr>
          <a:xfrm>
            <a:off x="10744200" y="1600200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685" name="Text 685"/>
          <p:cNvSpPr txBox="1"/>
          <p:nvPr/>
        </p:nvSpPr>
        <p:spPr>
          <a:xfrm>
            <a:off x="64465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SP</a:t>
            </a:r>
          </a:p>
        </p:txBody>
      </p:sp>
      <p:sp>
        <p:nvSpPr>
          <p:cNvPr id="686" name="Text 686"/>
          <p:cNvSpPr txBox="1"/>
          <p:nvPr/>
        </p:nvSpPr>
        <p:spPr>
          <a:xfrm>
            <a:off x="7589520" y="1911096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90</a:t>
            </a:r>
          </a:p>
        </p:txBody>
      </p:sp>
      <p:sp>
        <p:nvSpPr>
          <p:cNvPr id="687" name="Text 687"/>
          <p:cNvSpPr txBox="1"/>
          <p:nvPr/>
        </p:nvSpPr>
        <p:spPr>
          <a:xfrm>
            <a:off x="8275320" y="1911096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106.5 mil m²</a:t>
            </a:r>
          </a:p>
        </p:txBody>
      </p:sp>
      <p:sp>
        <p:nvSpPr>
          <p:cNvPr id="688" name="Text 688"/>
          <p:cNvSpPr txBox="1"/>
          <p:nvPr/>
        </p:nvSpPr>
        <p:spPr>
          <a:xfrm>
            <a:off x="9418320" y="1911096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R$ 159.4 mi</a:t>
            </a:r>
          </a:p>
        </p:txBody>
      </p:sp>
      <p:sp>
        <p:nvSpPr>
          <p:cNvPr id="689" name="Text 689"/>
          <p:cNvSpPr txBox="1"/>
          <p:nvPr/>
        </p:nvSpPr>
        <p:spPr>
          <a:xfrm>
            <a:off x="10744200" y="1911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R$ 1.496</a:t>
            </a:r>
          </a:p>
        </p:txBody>
      </p:sp>
      <p:sp>
        <p:nvSpPr>
          <p:cNvPr id="690" name="Text 690"/>
          <p:cNvSpPr txBox="1"/>
          <p:nvPr/>
        </p:nvSpPr>
        <p:spPr>
          <a:xfrm>
            <a:off x="64465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CE</a:t>
            </a:r>
          </a:p>
        </p:txBody>
      </p:sp>
      <p:sp>
        <p:nvSpPr>
          <p:cNvPr id="691" name="Text 691"/>
          <p:cNvSpPr txBox="1"/>
          <p:nvPr/>
        </p:nvSpPr>
        <p:spPr>
          <a:xfrm>
            <a:off x="7589520" y="2221992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32</a:t>
            </a:r>
          </a:p>
        </p:txBody>
      </p:sp>
      <p:sp>
        <p:nvSpPr>
          <p:cNvPr id="692" name="Text 692"/>
          <p:cNvSpPr txBox="1"/>
          <p:nvPr/>
        </p:nvSpPr>
        <p:spPr>
          <a:xfrm>
            <a:off x="8275320" y="2221992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9.8 mil m²</a:t>
            </a:r>
          </a:p>
        </p:txBody>
      </p:sp>
      <p:sp>
        <p:nvSpPr>
          <p:cNvPr id="693" name="Text 693"/>
          <p:cNvSpPr txBox="1"/>
          <p:nvPr/>
        </p:nvSpPr>
        <p:spPr>
          <a:xfrm>
            <a:off x="9418320" y="2221992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R$ 19.8 mi</a:t>
            </a:r>
          </a:p>
        </p:txBody>
      </p:sp>
      <p:sp>
        <p:nvSpPr>
          <p:cNvPr id="694" name="Text 694"/>
          <p:cNvSpPr txBox="1"/>
          <p:nvPr/>
        </p:nvSpPr>
        <p:spPr>
          <a:xfrm>
            <a:off x="10744200" y="2221992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R$ 2.013</a:t>
            </a:r>
          </a:p>
        </p:txBody>
      </p:sp>
      <p:sp>
        <p:nvSpPr>
          <p:cNvPr id="695" name="Text 695"/>
          <p:cNvSpPr txBox="1"/>
          <p:nvPr/>
        </p:nvSpPr>
        <p:spPr>
          <a:xfrm>
            <a:off x="64465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PE</a:t>
            </a:r>
          </a:p>
        </p:txBody>
      </p:sp>
      <p:sp>
        <p:nvSpPr>
          <p:cNvPr id="696" name="Text 696"/>
          <p:cNvSpPr txBox="1"/>
          <p:nvPr/>
        </p:nvSpPr>
        <p:spPr>
          <a:xfrm>
            <a:off x="7589520" y="2532888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28</a:t>
            </a:r>
          </a:p>
        </p:txBody>
      </p:sp>
      <p:sp>
        <p:nvSpPr>
          <p:cNvPr id="697" name="Text 697"/>
          <p:cNvSpPr txBox="1"/>
          <p:nvPr/>
        </p:nvSpPr>
        <p:spPr>
          <a:xfrm>
            <a:off x="8275320" y="2532888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26.1 mil m²</a:t>
            </a:r>
          </a:p>
        </p:txBody>
      </p:sp>
      <p:sp>
        <p:nvSpPr>
          <p:cNvPr id="698" name="Text 698"/>
          <p:cNvSpPr txBox="1"/>
          <p:nvPr/>
        </p:nvSpPr>
        <p:spPr>
          <a:xfrm>
            <a:off x="9418320" y="2532888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R$ 19.4 mi</a:t>
            </a:r>
          </a:p>
        </p:txBody>
      </p:sp>
      <p:sp>
        <p:nvSpPr>
          <p:cNvPr id="699" name="Text 699"/>
          <p:cNvSpPr txBox="1"/>
          <p:nvPr/>
        </p:nvSpPr>
        <p:spPr>
          <a:xfrm>
            <a:off x="10744200" y="2532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R$ 742</a:t>
            </a:r>
          </a:p>
        </p:txBody>
      </p:sp>
      <p:sp>
        <p:nvSpPr>
          <p:cNvPr id="700" name="Text 700"/>
          <p:cNvSpPr txBox="1"/>
          <p:nvPr/>
        </p:nvSpPr>
        <p:spPr>
          <a:xfrm>
            <a:off x="64465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PA</a:t>
            </a:r>
          </a:p>
        </p:txBody>
      </p:sp>
      <p:sp>
        <p:nvSpPr>
          <p:cNvPr id="701" name="Text 701"/>
          <p:cNvSpPr txBox="1"/>
          <p:nvPr/>
        </p:nvSpPr>
        <p:spPr>
          <a:xfrm>
            <a:off x="7589520" y="2843784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2" name="Text 702"/>
          <p:cNvSpPr txBox="1"/>
          <p:nvPr/>
        </p:nvSpPr>
        <p:spPr>
          <a:xfrm>
            <a:off x="8275320" y="2843784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5.5 mil m²</a:t>
            </a:r>
          </a:p>
        </p:txBody>
      </p:sp>
      <p:sp>
        <p:nvSpPr>
          <p:cNvPr id="703" name="Text 703"/>
          <p:cNvSpPr txBox="1"/>
          <p:nvPr/>
        </p:nvSpPr>
        <p:spPr>
          <a:xfrm>
            <a:off x="9418320" y="2843784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R$ 16.1 mi</a:t>
            </a:r>
          </a:p>
        </p:txBody>
      </p:sp>
      <p:sp>
        <p:nvSpPr>
          <p:cNvPr id="704" name="Text 704"/>
          <p:cNvSpPr txBox="1"/>
          <p:nvPr/>
        </p:nvSpPr>
        <p:spPr>
          <a:xfrm>
            <a:off x="10744200" y="2843784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R$ 2.932</a:t>
            </a:r>
          </a:p>
        </p:txBody>
      </p:sp>
      <p:sp>
        <p:nvSpPr>
          <p:cNvPr id="705" name="Text 705"/>
          <p:cNvSpPr txBox="1"/>
          <p:nvPr/>
        </p:nvSpPr>
        <p:spPr>
          <a:xfrm>
            <a:off x="64465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RJ</a:t>
            </a:r>
          </a:p>
        </p:txBody>
      </p:sp>
      <p:sp>
        <p:nvSpPr>
          <p:cNvPr id="706" name="Text 706"/>
          <p:cNvSpPr txBox="1"/>
          <p:nvPr/>
        </p:nvSpPr>
        <p:spPr>
          <a:xfrm>
            <a:off x="7589520" y="3154680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 dirty="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07" name="Text 707"/>
          <p:cNvSpPr txBox="1"/>
          <p:nvPr/>
        </p:nvSpPr>
        <p:spPr>
          <a:xfrm>
            <a:off x="8275320" y="3154680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3.7 mil m²</a:t>
            </a:r>
          </a:p>
        </p:txBody>
      </p:sp>
      <p:sp>
        <p:nvSpPr>
          <p:cNvPr id="708" name="Text 708"/>
          <p:cNvSpPr txBox="1"/>
          <p:nvPr/>
        </p:nvSpPr>
        <p:spPr>
          <a:xfrm>
            <a:off x="9418320" y="3154680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R$ 10.0 mi</a:t>
            </a:r>
          </a:p>
        </p:txBody>
      </p:sp>
      <p:sp>
        <p:nvSpPr>
          <p:cNvPr id="709" name="Text 709"/>
          <p:cNvSpPr txBox="1"/>
          <p:nvPr/>
        </p:nvSpPr>
        <p:spPr>
          <a:xfrm>
            <a:off x="10744200" y="315468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R$ 2.726</a:t>
            </a:r>
          </a:p>
        </p:txBody>
      </p:sp>
      <p:sp>
        <p:nvSpPr>
          <p:cNvPr id="710" name="Text 710"/>
          <p:cNvSpPr txBox="1"/>
          <p:nvPr/>
        </p:nvSpPr>
        <p:spPr>
          <a:xfrm>
            <a:off x="64465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AM</a:t>
            </a:r>
          </a:p>
        </p:txBody>
      </p:sp>
      <p:sp>
        <p:nvSpPr>
          <p:cNvPr id="711" name="Text 711"/>
          <p:cNvSpPr txBox="1"/>
          <p:nvPr/>
        </p:nvSpPr>
        <p:spPr>
          <a:xfrm>
            <a:off x="7589520" y="3465576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712" name="Text 712"/>
          <p:cNvSpPr txBox="1"/>
          <p:nvPr/>
        </p:nvSpPr>
        <p:spPr>
          <a:xfrm>
            <a:off x="8275320" y="3465576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15.9 mil m²</a:t>
            </a:r>
          </a:p>
        </p:txBody>
      </p:sp>
      <p:sp>
        <p:nvSpPr>
          <p:cNvPr id="713" name="Text 713"/>
          <p:cNvSpPr txBox="1"/>
          <p:nvPr/>
        </p:nvSpPr>
        <p:spPr>
          <a:xfrm>
            <a:off x="9418320" y="3465576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R$ 9.8 mi</a:t>
            </a:r>
          </a:p>
        </p:txBody>
      </p:sp>
      <p:sp>
        <p:nvSpPr>
          <p:cNvPr id="714" name="Text 714"/>
          <p:cNvSpPr txBox="1"/>
          <p:nvPr/>
        </p:nvSpPr>
        <p:spPr>
          <a:xfrm>
            <a:off x="10744200" y="346557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R$ 618</a:t>
            </a:r>
          </a:p>
        </p:txBody>
      </p:sp>
      <p:sp>
        <p:nvSpPr>
          <p:cNvPr id="715" name="Text 715"/>
          <p:cNvSpPr txBox="1"/>
          <p:nvPr/>
        </p:nvSpPr>
        <p:spPr>
          <a:xfrm>
            <a:off x="64465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MG</a:t>
            </a:r>
          </a:p>
        </p:txBody>
      </p:sp>
      <p:sp>
        <p:nvSpPr>
          <p:cNvPr id="716" name="Text 716"/>
          <p:cNvSpPr txBox="1"/>
          <p:nvPr/>
        </p:nvSpPr>
        <p:spPr>
          <a:xfrm>
            <a:off x="7589520" y="3776472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717" name="Text 717"/>
          <p:cNvSpPr txBox="1"/>
          <p:nvPr/>
        </p:nvSpPr>
        <p:spPr>
          <a:xfrm>
            <a:off x="8275320" y="3776472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10.8 mil m²</a:t>
            </a:r>
          </a:p>
        </p:txBody>
      </p:sp>
      <p:sp>
        <p:nvSpPr>
          <p:cNvPr id="718" name="Text 718"/>
          <p:cNvSpPr txBox="1"/>
          <p:nvPr/>
        </p:nvSpPr>
        <p:spPr>
          <a:xfrm>
            <a:off x="9418320" y="3776472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R$ 9.1 mi</a:t>
            </a:r>
          </a:p>
        </p:txBody>
      </p:sp>
      <p:sp>
        <p:nvSpPr>
          <p:cNvPr id="719" name="Text 719"/>
          <p:cNvSpPr txBox="1"/>
          <p:nvPr/>
        </p:nvSpPr>
        <p:spPr>
          <a:xfrm>
            <a:off x="10744200" y="377647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R$ 847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64465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GO</a:t>
            </a:r>
          </a:p>
        </p:txBody>
      </p:sp>
      <p:sp>
        <p:nvSpPr>
          <p:cNvPr id="721" name="Text 721"/>
          <p:cNvSpPr txBox="1"/>
          <p:nvPr/>
        </p:nvSpPr>
        <p:spPr>
          <a:xfrm>
            <a:off x="7589520" y="4087368"/>
            <a:ext cx="6858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722" name="Text 722"/>
          <p:cNvSpPr txBox="1"/>
          <p:nvPr/>
        </p:nvSpPr>
        <p:spPr>
          <a:xfrm>
            <a:off x="8275320" y="4087368"/>
            <a:ext cx="11430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23" name="Text 723"/>
          <p:cNvSpPr txBox="1"/>
          <p:nvPr/>
        </p:nvSpPr>
        <p:spPr>
          <a:xfrm>
            <a:off x="9418320" y="4087368"/>
            <a:ext cx="13258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R$ 8.9 mi</a:t>
            </a:r>
          </a:p>
        </p:txBody>
      </p:sp>
      <p:sp>
        <p:nvSpPr>
          <p:cNvPr id="724" name="Text 724"/>
          <p:cNvSpPr txBox="1"/>
          <p:nvPr/>
        </p:nvSpPr>
        <p:spPr>
          <a:xfrm>
            <a:off x="10744200" y="4087368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R$ 1.822</a:t>
            </a:r>
          </a:p>
        </p:txBody>
      </p:sp>
      <p:sp>
        <p:nvSpPr>
          <p:cNvPr id="725" name="Text 725"/>
          <p:cNvSpPr txBox="1"/>
          <p:nvPr/>
        </p:nvSpPr>
        <p:spPr>
          <a:xfrm>
            <a:off x="64465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PB</a:t>
            </a:r>
          </a:p>
        </p:txBody>
      </p:sp>
      <p:sp>
        <p:nvSpPr>
          <p:cNvPr id="726" name="Text 726"/>
          <p:cNvSpPr txBox="1"/>
          <p:nvPr/>
        </p:nvSpPr>
        <p:spPr>
          <a:xfrm>
            <a:off x="7589520" y="4398264"/>
            <a:ext cx="685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27" name="Text 727"/>
          <p:cNvSpPr txBox="1"/>
          <p:nvPr/>
        </p:nvSpPr>
        <p:spPr>
          <a:xfrm>
            <a:off x="8275320" y="4398264"/>
            <a:ext cx="11430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3.5 mil m²</a:t>
            </a:r>
          </a:p>
        </p:txBody>
      </p:sp>
      <p:sp>
        <p:nvSpPr>
          <p:cNvPr id="728" name="Text 728"/>
          <p:cNvSpPr txBox="1"/>
          <p:nvPr/>
        </p:nvSpPr>
        <p:spPr>
          <a:xfrm>
            <a:off x="9418320" y="4398264"/>
            <a:ext cx="13258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R$ 6.2 mi</a:t>
            </a:r>
          </a:p>
        </p:txBody>
      </p:sp>
      <p:sp>
        <p:nvSpPr>
          <p:cNvPr id="729" name="Text 729"/>
          <p:cNvSpPr txBox="1"/>
          <p:nvPr/>
        </p:nvSpPr>
        <p:spPr>
          <a:xfrm>
            <a:off x="10744200" y="439826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R$ 1.765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Clínicas Ambulatoriais, Laboratórios e Coletas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9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436177" y="763524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Clínicas Ambulatoriais, Laboratórios e Coletas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436177" y="1275588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90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252529" y="1275588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53.5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068881" y="1275588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R$ 99.7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8885233" y="1275588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R$ 1.865/m²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36177" y="23774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436177" y="2706624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493577" y="2706624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087937" y="2706624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093777" y="2706624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282497" y="270662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436177" y="301752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493577" y="301752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087937" y="301752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20.5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093777" y="301752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R$ 30.7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282497" y="301752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R$ 1.498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436177" y="3328416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493577" y="3328416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26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087937" y="3328416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15.9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093777" y="3328416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R$ 30.7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282497" y="332841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R$ 1.938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436177" y="363931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493577" y="363931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30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087937" y="363931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11.6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093777" y="363931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R$ 29.2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282497" y="363931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R$ 2.505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436177" y="395020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493577" y="395020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087937" y="395020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2.4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093777" y="395020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R$ 4.9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282497" y="395020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R$ 2.048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436177" y="426110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493577" y="426110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087937" y="426110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1.7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093777" y="426110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R$ 3.9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282497" y="426110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R$ 2.276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436177" y="457200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493577" y="457200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087937" y="457200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1.4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093777" y="457200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R$ 355.5 mil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282497" y="457200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24329" y="23774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224329" y="2706624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281729" y="2706624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876089" y="2706624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881929" y="2706624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070649" y="270662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224329" y="301752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281729" y="301752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45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876089" y="301752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36.1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881929" y="301752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R$ 70.4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070649" y="301752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R$ 1.948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224329" y="3328416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281729" y="3328416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37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8876089" y="3328416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11.8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9881929" y="3328416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R$ 20.7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070649" y="332841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R$ 1.745</a:t>
            </a:r>
          </a:p>
        </p:txBody>
      </p:sp>
      <p:sp>
        <p:nvSpPr>
          <p:cNvPr id="855" name="Text 855"/>
          <p:cNvSpPr txBox="1"/>
          <p:nvPr/>
        </p:nvSpPr>
        <p:spPr>
          <a:xfrm>
            <a:off x="6224329" y="363931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856" name="Text 856"/>
          <p:cNvSpPr txBox="1"/>
          <p:nvPr/>
        </p:nvSpPr>
        <p:spPr>
          <a:xfrm>
            <a:off x="8281729" y="363931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857" name="Text 857"/>
          <p:cNvSpPr txBox="1"/>
          <p:nvPr/>
        </p:nvSpPr>
        <p:spPr>
          <a:xfrm>
            <a:off x="8876089" y="363931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858" name="Text 858"/>
          <p:cNvSpPr txBox="1"/>
          <p:nvPr/>
        </p:nvSpPr>
        <p:spPr>
          <a:xfrm>
            <a:off x="9881929" y="363931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R$ 8.4 mi</a:t>
            </a:r>
          </a:p>
        </p:txBody>
      </p:sp>
      <p:sp>
        <p:nvSpPr>
          <p:cNvPr id="859" name="Text 859"/>
          <p:cNvSpPr txBox="1"/>
          <p:nvPr/>
        </p:nvSpPr>
        <p:spPr>
          <a:xfrm>
            <a:off x="11070649" y="363931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860" name="Text 860"/>
          <p:cNvSpPr txBox="1"/>
          <p:nvPr/>
        </p:nvSpPr>
        <p:spPr>
          <a:xfrm>
            <a:off x="6224329" y="395020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861" name="Text 861"/>
          <p:cNvSpPr txBox="1"/>
          <p:nvPr/>
        </p:nvSpPr>
        <p:spPr>
          <a:xfrm>
            <a:off x="8281729" y="395020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62" name="Text 862"/>
          <p:cNvSpPr txBox="1"/>
          <p:nvPr/>
        </p:nvSpPr>
        <p:spPr>
          <a:xfrm>
            <a:off x="8876089" y="395020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863" name="Text 863"/>
          <p:cNvSpPr txBox="1"/>
          <p:nvPr/>
        </p:nvSpPr>
        <p:spPr>
          <a:xfrm>
            <a:off x="9881929" y="395020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R$ 244.0 mil</a:t>
            </a:r>
          </a:p>
        </p:txBody>
      </p:sp>
      <p:sp>
        <p:nvSpPr>
          <p:cNvPr id="864" name="Text 864"/>
          <p:cNvSpPr txBox="1"/>
          <p:nvPr/>
        </p:nvSpPr>
        <p:spPr>
          <a:xfrm>
            <a:off x="11070649" y="395020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R$ 1.535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399601" y="5522976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Estados líderes: SP (R$ 53.2 mi) | CE (R$ 11.9 mi) | PE (R$ 10.6 mi) | AM (R$ 4.6 mi) | PR (R$ 4.0 mi)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Tipologia de Obras: 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Hospitais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25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34.6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R$ 56.9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R$ 1.645/m²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53269" y="23500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534924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592324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186684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192524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381244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534924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592324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186684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21.7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192524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R$ 44.2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381244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R$ 2.038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534924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592324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186684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192524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381244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534924" y="362102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592324" y="362102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186684" y="362102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2.2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192524" y="362102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R$ 4.0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381244" y="362102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R$ 1.827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534924" y="3931920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Venda de Serviço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592324" y="3931920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186684" y="3931920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2.1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192524" y="3931920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R$ 510.7 mil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381244" y="3931920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R$ 241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534924" y="424281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592324" y="424281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186684" y="4242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1.9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192524" y="4242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381244" y="424281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R$ 279</a:t>
            </a:r>
          </a:p>
        </p:txBody>
      </p:sp>
      <p:sp>
        <p:nvSpPr>
          <p:cNvPr id="790" name="Text 790"/>
          <p:cNvSpPr txBox="1"/>
          <p:nvPr/>
        </p:nvSpPr>
        <p:spPr>
          <a:xfrm>
            <a:off x="534924" y="455371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91" name="Text 791"/>
          <p:cNvSpPr txBox="1"/>
          <p:nvPr/>
        </p:nvSpPr>
        <p:spPr>
          <a:xfrm>
            <a:off x="2592324" y="455371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</a:t>
            </a:r>
          </a:p>
        </p:txBody>
      </p:sp>
      <p:sp>
        <p:nvSpPr>
          <p:cNvPr id="792" name="Text 792"/>
          <p:cNvSpPr txBox="1"/>
          <p:nvPr/>
        </p:nvSpPr>
        <p:spPr>
          <a:xfrm>
            <a:off x="3186684" y="455371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1.1 mil m²</a:t>
            </a:r>
          </a:p>
        </p:txBody>
      </p:sp>
      <p:sp>
        <p:nvSpPr>
          <p:cNvPr id="793" name="Text 793"/>
          <p:cNvSpPr txBox="1"/>
          <p:nvPr/>
        </p:nvSpPr>
        <p:spPr>
          <a:xfrm>
            <a:off x="4192524" y="455371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R$ 4.2 mi</a:t>
            </a:r>
          </a:p>
        </p:txBody>
      </p:sp>
      <p:sp>
        <p:nvSpPr>
          <p:cNvPr id="794" name="Text 794"/>
          <p:cNvSpPr txBox="1"/>
          <p:nvPr/>
        </p:nvSpPr>
        <p:spPr>
          <a:xfrm>
            <a:off x="5381244" y="455371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R$ 3.773</a:t>
            </a:r>
          </a:p>
        </p:txBody>
      </p:sp>
      <p:sp>
        <p:nvSpPr>
          <p:cNvPr id="795" name="Text 795"/>
          <p:cNvSpPr txBox="1"/>
          <p:nvPr/>
        </p:nvSpPr>
        <p:spPr>
          <a:xfrm>
            <a:off x="534924" y="486460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96" name="Text 796"/>
          <p:cNvSpPr txBox="1"/>
          <p:nvPr/>
        </p:nvSpPr>
        <p:spPr>
          <a:xfrm>
            <a:off x="2592324" y="486460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797" name="Text 797"/>
          <p:cNvSpPr txBox="1"/>
          <p:nvPr/>
        </p:nvSpPr>
        <p:spPr>
          <a:xfrm>
            <a:off x="3186684" y="486460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575 m²</a:t>
            </a:r>
          </a:p>
        </p:txBody>
      </p:sp>
      <p:sp>
        <p:nvSpPr>
          <p:cNvPr id="798" name="Text 798"/>
          <p:cNvSpPr txBox="1"/>
          <p:nvPr/>
        </p:nvSpPr>
        <p:spPr>
          <a:xfrm>
            <a:off x="4192524" y="486460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R$ 966.4 mil</a:t>
            </a:r>
          </a:p>
        </p:txBody>
      </p:sp>
      <p:sp>
        <p:nvSpPr>
          <p:cNvPr id="799" name="Text 799"/>
          <p:cNvSpPr txBox="1"/>
          <p:nvPr/>
        </p:nvSpPr>
        <p:spPr>
          <a:xfrm>
            <a:off x="5381244" y="486460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R$ 1.681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41421" y="23500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323076" y="268833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380476" y="268833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974836" y="268833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980676" y="268833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169396" y="268833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323076" y="29992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380476" y="29992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24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974836" y="29992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980676" y="29992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R$ 55.7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169396" y="29992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R$ 1.615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323076" y="331012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 dirty="0">
                <a:solidFill>
                  <a:srgbClr val="15253F"/>
                </a:solidFill>
              </a:rPr>
              <a:t>Nova </a:t>
            </a:r>
            <a:r>
              <a:rPr lang="pt-BR" sz="1200">
                <a:solidFill>
                  <a:srgbClr val="15253F"/>
                </a:solidFill>
              </a:rPr>
              <a:t>Unidade (Ressonância)</a:t>
            </a:r>
            <a:endParaRPr lang="pt-BR" sz="1200" dirty="0">
              <a:solidFill>
                <a:srgbClr val="15253F"/>
              </a:solidFill>
            </a:endParaRPr>
          </a:p>
        </p:txBody>
      </p:sp>
      <p:sp>
        <p:nvSpPr>
          <p:cNvPr id="851" name="Text 851"/>
          <p:cNvSpPr txBox="1"/>
          <p:nvPr/>
        </p:nvSpPr>
        <p:spPr>
          <a:xfrm>
            <a:off x="8380476" y="331012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8974836" y="331012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134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9980676" y="331012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169396" y="331012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453269" y="559612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64748B"/>
                </a:solidFill>
              </a:rPr>
              <a:t>Estados líderes: SP (R$ 33.8 mi) | PA (R$ 14.5 mi) | PE (R$ 530.0 mil) | CE (R$ 4.4 mi) | MG (R$ 2.3 mi)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Pronto Atendimentos e Clínicas Complexas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Pronto Atendimentos e Clínicas Complexas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11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25.7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R$ 58.2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R$ 2.262/m²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61772" y="23500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534924" y="2697480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592324" y="2697480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186684" y="2697480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192524" y="2697480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381244" y="2697480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534924" y="300837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592324" y="300837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186684" y="300837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15.7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192524" y="300837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R$ 33.7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381244" y="30083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R$ 2.142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534924" y="331927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592324" y="331927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186684" y="331927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5.1 mil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192524" y="331927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R$ 11.2 mi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381244" y="331927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R$ 2.183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534924" y="3630168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592324" y="3630168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186684" y="3630168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2.5 mil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192524" y="3630168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R$ 7.6 mi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381244" y="3630168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R$ 3.058</a:t>
            </a:r>
          </a:p>
        </p:txBody>
      </p:sp>
      <p:sp>
        <p:nvSpPr>
          <p:cNvPr id="780" name="Text 780"/>
          <p:cNvSpPr txBox="1"/>
          <p:nvPr/>
        </p:nvSpPr>
        <p:spPr>
          <a:xfrm>
            <a:off x="534924" y="3941064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81" name="Text 781"/>
          <p:cNvSpPr txBox="1"/>
          <p:nvPr/>
        </p:nvSpPr>
        <p:spPr>
          <a:xfrm>
            <a:off x="2592324" y="3941064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2" name="Text 782"/>
          <p:cNvSpPr txBox="1"/>
          <p:nvPr/>
        </p:nvSpPr>
        <p:spPr>
          <a:xfrm>
            <a:off x="3186684" y="3941064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783" name="Text 783"/>
          <p:cNvSpPr txBox="1"/>
          <p:nvPr/>
        </p:nvSpPr>
        <p:spPr>
          <a:xfrm>
            <a:off x="4192524" y="3941064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R$ 3.0 mi</a:t>
            </a:r>
          </a:p>
        </p:txBody>
      </p:sp>
      <p:sp>
        <p:nvSpPr>
          <p:cNvPr id="784" name="Text 784"/>
          <p:cNvSpPr txBox="1"/>
          <p:nvPr/>
        </p:nvSpPr>
        <p:spPr>
          <a:xfrm>
            <a:off x="5381244" y="3941064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R$ 2.498</a:t>
            </a:r>
          </a:p>
        </p:txBody>
      </p:sp>
      <p:sp>
        <p:nvSpPr>
          <p:cNvPr id="785" name="Text 785"/>
          <p:cNvSpPr txBox="1"/>
          <p:nvPr/>
        </p:nvSpPr>
        <p:spPr>
          <a:xfrm>
            <a:off x="534924" y="425196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86" name="Text 786"/>
          <p:cNvSpPr txBox="1"/>
          <p:nvPr/>
        </p:nvSpPr>
        <p:spPr>
          <a:xfrm>
            <a:off x="2592324" y="425196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87" name="Text 787"/>
          <p:cNvSpPr txBox="1"/>
          <p:nvPr/>
        </p:nvSpPr>
        <p:spPr>
          <a:xfrm>
            <a:off x="3186684" y="425196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788" name="Text 788"/>
          <p:cNvSpPr txBox="1"/>
          <p:nvPr/>
        </p:nvSpPr>
        <p:spPr>
          <a:xfrm>
            <a:off x="4192524" y="425196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789" name="Text 789"/>
          <p:cNvSpPr txBox="1"/>
          <p:nvPr/>
        </p:nvSpPr>
        <p:spPr>
          <a:xfrm>
            <a:off x="5381244" y="425196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49924" y="23500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323076" y="2697480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380476" y="2697480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974836" y="2697480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980676" y="2697480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169396" y="2697480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323076" y="300837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380476" y="300837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974836" y="300837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24.5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980676" y="300837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R$ 55.4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169396" y="30083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R$ 2.261</a:t>
            </a:r>
          </a:p>
        </p:txBody>
      </p:sp>
      <p:sp>
        <p:nvSpPr>
          <p:cNvPr id="850" name="Text 850"/>
          <p:cNvSpPr txBox="1"/>
          <p:nvPr/>
        </p:nvSpPr>
        <p:spPr>
          <a:xfrm>
            <a:off x="6323076" y="331927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51" name="Text 851"/>
          <p:cNvSpPr txBox="1"/>
          <p:nvPr/>
        </p:nvSpPr>
        <p:spPr>
          <a:xfrm>
            <a:off x="8380476" y="331927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852" name="Text 852"/>
          <p:cNvSpPr txBox="1"/>
          <p:nvPr/>
        </p:nvSpPr>
        <p:spPr>
          <a:xfrm>
            <a:off x="8974836" y="331927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53" name="Text 853"/>
          <p:cNvSpPr txBox="1"/>
          <p:nvPr/>
        </p:nvSpPr>
        <p:spPr>
          <a:xfrm>
            <a:off x="9980676" y="331927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R$ 2.8 mi</a:t>
            </a:r>
          </a:p>
        </p:txBody>
      </p:sp>
      <p:sp>
        <p:nvSpPr>
          <p:cNvPr id="854" name="Text 854"/>
          <p:cNvSpPr txBox="1"/>
          <p:nvPr/>
        </p:nvSpPr>
        <p:spPr>
          <a:xfrm>
            <a:off x="11169396" y="331927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R$ 2.300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dirty="0">
                <a:solidFill>
                  <a:srgbClr val="64748B"/>
                </a:solidFill>
              </a:rPr>
              <a:t>Estados líderes: SP (R$ 44.9 mi) | RJ (R$ 7.6 mi) | BA (R$ 3.0 mi) | GO (R$ 2.8 mi)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alta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alta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17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18.3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R$ 23.0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R$ 1.254/m²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61772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534924" y="2670048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592324" y="2670048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186684" y="2670048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192524" y="2670048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381244" y="2670048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534924" y="298094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592324" y="298094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186684" y="298094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192524" y="298094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381244" y="298094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49924" y="2359152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323076" y="2670048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380476" y="2670048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974836" y="2670048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980676" y="2670048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169396" y="2670048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323076" y="2980944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380476" y="2980944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974836" y="2980944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18.3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980676" y="2980944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R$ 23.0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169396" y="2980944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R$ 1.254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(R$ 14.7 mi) | PE (R$ 2.7 mi) | PR (R$ 1.4 mi) | MG (R$ 1.1 mi) | GO (R$ 967.4 mil)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baixa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baixa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87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69.9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R$ 26.1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R$ 373/m²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61815" y="236829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461815" y="2697480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519215" y="2697480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113575" y="2697480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119415" y="2697480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308135" y="2697480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461815" y="300837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519215" y="300837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86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113575" y="300837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69.3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119415" y="300837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R$ 25.2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308135" y="30083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R$ 364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461815" y="3319272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519215" y="3319272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113575" y="3319272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574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119415" y="3319272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R$ 867.2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308135" y="3319272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R$ 1.511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49967" y="2368296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249967" y="2697480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307367" y="2697480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901727" y="2697480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907567" y="2697480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096287" y="2697480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249967" y="3008376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307367" y="3008376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87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901727" y="300837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69.9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907567" y="300837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R$ 26.1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096287" y="3008376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R$ 373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dirty="0">
                <a:solidFill>
                  <a:srgbClr val="64748B"/>
                </a:solidFill>
              </a:rPr>
              <a:t>Estados líderes: SP (R$ 5.2 mi) | RN (R$ 4.4 mi) | PE (R$ 4.1 mi) | AM (R$ 4.1 mi) | MG (R$ 3.3 mi)</a:t>
            </a:r>
          </a:p>
        </p:txBody>
      </p:sp>
    </p:spTree>
    <p:extLst>
      <p:ext uri="{BB962C8B-B14F-4D97-AF65-F5344CB8AC3E}">
        <p14:creationId xmlns:p14="http://schemas.microsoft.com/office/powerpoint/2010/main" val="4124019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Obra regulatória com média intervenção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Obra regulatória com média intervenção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22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10.3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R$ 18.2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R$ 1.763/m²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70361" y="23774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470361" y="273405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527761" y="273405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122121" y="273405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127961" y="273405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316681" y="273405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470361" y="304495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527761" y="304495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21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122121" y="304495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127961" y="304495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R$ 18.1 mi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316681" y="304495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R$ 1.762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470361" y="3355848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527761" y="3355848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122121" y="3355848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50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127961" y="3355848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R$ 97.7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316681" y="3355848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R$ 1.954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58513" y="237744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 dirty="0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258513" y="2734056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315913" y="2734056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910273" y="2734056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916113" y="2734056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104833" y="2734056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258513" y="304495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315913" y="304495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22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910273" y="304495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10.3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916113" y="304495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R$ 18.2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104833" y="304495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R$ 1.763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Estados líderes: SP (R$ 7.7 mi) | MG (R$ 2.5 mi) | GO (R$ 2.2 mi) | PB (R$ 1.4 mi) | RS (R$ 1.6 mi)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Tipologia de Obras: Adm e Outros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720" name="Text 720"/>
          <p:cNvSpPr txBox="1"/>
          <p:nvPr/>
        </p:nvSpPr>
        <p:spPr>
          <a:xfrm>
            <a:off x="566928" y="749808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100" b="1">
                <a:solidFill>
                  <a:srgbClr val="15253F"/>
                </a:solidFill>
              </a:rPr>
              <a:t>Tipologia de Obras | Adm e Outros</a:t>
            </a:r>
          </a:p>
        </p:txBody>
      </p:sp>
      <p:sp>
        <p:nvSpPr>
          <p:cNvPr id="730" name="Text 730"/>
          <p:cNvSpPr txBox="1"/>
          <p:nvPr/>
        </p:nvSpPr>
        <p:spPr>
          <a:xfrm>
            <a:off x="566928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no período</a:t>
            </a:r>
          </a:p>
        </p:txBody>
      </p:sp>
      <p:sp>
        <p:nvSpPr>
          <p:cNvPr id="731" name="Text 731"/>
          <p:cNvSpPr txBox="1"/>
          <p:nvPr/>
        </p:nvSpPr>
        <p:spPr>
          <a:xfrm>
            <a:off x="3383280" y="1261872"/>
            <a:ext cx="2542032" cy="78638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Área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1.2 mil 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construída</a:t>
            </a:r>
          </a:p>
        </p:txBody>
      </p:sp>
      <p:sp>
        <p:nvSpPr>
          <p:cNvPr id="732" name="Text 732"/>
          <p:cNvSpPr txBox="1"/>
          <p:nvPr/>
        </p:nvSpPr>
        <p:spPr>
          <a:xfrm>
            <a:off x="6199632" y="1261872"/>
            <a:ext cx="2542032" cy="786384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R$ 2.2 mi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negociado</a:t>
            </a:r>
          </a:p>
        </p:txBody>
      </p:sp>
      <p:sp>
        <p:nvSpPr>
          <p:cNvPr id="733" name="Text 733"/>
          <p:cNvSpPr txBox="1"/>
          <p:nvPr/>
        </p:nvSpPr>
        <p:spPr>
          <a:xfrm>
            <a:off x="9015984" y="1261872"/>
            <a:ext cx="2542032" cy="78638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 dirty="0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R$ 1.878/m²</a:t>
            </a:r>
          </a:p>
          <a:p>
            <a:pPr algn="l"/>
            <a:r>
              <a:rPr lang="pt-BR" sz="1200" b="1" dirty="0">
                <a:solidFill>
                  <a:srgbClr val="FFFFFF"/>
                </a:solidFill>
              </a:rPr>
              <a:t>nesta tipologia</a:t>
            </a:r>
          </a:p>
        </p:txBody>
      </p:sp>
      <p:sp>
        <p:nvSpPr>
          <p:cNvPr id="750" name="Text 750"/>
          <p:cNvSpPr txBox="1"/>
          <p:nvPr/>
        </p:nvSpPr>
        <p:spPr>
          <a:xfrm>
            <a:off x="444723" y="24231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53F8E"/>
                </a:solidFill>
              </a:rPr>
              <a:t>Classificação de Obra</a:t>
            </a:r>
          </a:p>
        </p:txBody>
      </p:sp>
      <p:sp>
        <p:nvSpPr>
          <p:cNvPr id="760" name="Text 760"/>
          <p:cNvSpPr txBox="1"/>
          <p:nvPr/>
        </p:nvSpPr>
        <p:spPr>
          <a:xfrm>
            <a:off x="444723" y="2752344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Classificação</a:t>
            </a:r>
          </a:p>
        </p:txBody>
      </p:sp>
      <p:sp>
        <p:nvSpPr>
          <p:cNvPr id="761" name="Text 761"/>
          <p:cNvSpPr txBox="1"/>
          <p:nvPr/>
        </p:nvSpPr>
        <p:spPr>
          <a:xfrm>
            <a:off x="2502123" y="2752344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762" name="Text 762"/>
          <p:cNvSpPr txBox="1"/>
          <p:nvPr/>
        </p:nvSpPr>
        <p:spPr>
          <a:xfrm>
            <a:off x="3096483" y="2752344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763" name="Text 763"/>
          <p:cNvSpPr txBox="1"/>
          <p:nvPr/>
        </p:nvSpPr>
        <p:spPr>
          <a:xfrm>
            <a:off x="4102323" y="2752344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764" name="Text 764"/>
          <p:cNvSpPr txBox="1"/>
          <p:nvPr/>
        </p:nvSpPr>
        <p:spPr>
          <a:xfrm>
            <a:off x="5291043" y="275234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765" name="Text 765"/>
          <p:cNvSpPr txBox="1"/>
          <p:nvPr/>
        </p:nvSpPr>
        <p:spPr>
          <a:xfrm>
            <a:off x="444723" y="306324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766" name="Text 766"/>
          <p:cNvSpPr txBox="1"/>
          <p:nvPr/>
        </p:nvSpPr>
        <p:spPr>
          <a:xfrm>
            <a:off x="2502123" y="306324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767" name="Text 767"/>
          <p:cNvSpPr txBox="1"/>
          <p:nvPr/>
        </p:nvSpPr>
        <p:spPr>
          <a:xfrm>
            <a:off x="3096483" y="306324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468 m²</a:t>
            </a:r>
          </a:p>
        </p:txBody>
      </p:sp>
      <p:sp>
        <p:nvSpPr>
          <p:cNvPr id="768" name="Text 768"/>
          <p:cNvSpPr txBox="1"/>
          <p:nvPr/>
        </p:nvSpPr>
        <p:spPr>
          <a:xfrm>
            <a:off x="4102323" y="306324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R$ 812.5 mil</a:t>
            </a:r>
          </a:p>
        </p:txBody>
      </p:sp>
      <p:sp>
        <p:nvSpPr>
          <p:cNvPr id="769" name="Text 769"/>
          <p:cNvSpPr txBox="1"/>
          <p:nvPr/>
        </p:nvSpPr>
        <p:spPr>
          <a:xfrm>
            <a:off x="5291043" y="306324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R$ 1.737</a:t>
            </a:r>
          </a:p>
        </p:txBody>
      </p:sp>
      <p:sp>
        <p:nvSpPr>
          <p:cNvPr id="770" name="Text 770"/>
          <p:cNvSpPr txBox="1"/>
          <p:nvPr/>
        </p:nvSpPr>
        <p:spPr>
          <a:xfrm>
            <a:off x="444723" y="3374136"/>
            <a:ext cx="2057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771" name="Text 771"/>
          <p:cNvSpPr txBox="1"/>
          <p:nvPr/>
        </p:nvSpPr>
        <p:spPr>
          <a:xfrm>
            <a:off x="2502123" y="3374136"/>
            <a:ext cx="59436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2" name="Text 772"/>
          <p:cNvSpPr txBox="1"/>
          <p:nvPr/>
        </p:nvSpPr>
        <p:spPr>
          <a:xfrm>
            <a:off x="3096483" y="3374136"/>
            <a:ext cx="10058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376 m²</a:t>
            </a:r>
          </a:p>
        </p:txBody>
      </p:sp>
      <p:sp>
        <p:nvSpPr>
          <p:cNvPr id="773" name="Text 773"/>
          <p:cNvSpPr txBox="1"/>
          <p:nvPr/>
        </p:nvSpPr>
        <p:spPr>
          <a:xfrm>
            <a:off x="4102323" y="3374136"/>
            <a:ext cx="11887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R$ 919.9 mil</a:t>
            </a:r>
          </a:p>
        </p:txBody>
      </p:sp>
      <p:sp>
        <p:nvSpPr>
          <p:cNvPr id="774" name="Text 774"/>
          <p:cNvSpPr txBox="1"/>
          <p:nvPr/>
        </p:nvSpPr>
        <p:spPr>
          <a:xfrm>
            <a:off x="5291043" y="337413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R$ 2.446</a:t>
            </a:r>
          </a:p>
        </p:txBody>
      </p:sp>
      <p:sp>
        <p:nvSpPr>
          <p:cNvPr id="775" name="Text 775"/>
          <p:cNvSpPr txBox="1"/>
          <p:nvPr/>
        </p:nvSpPr>
        <p:spPr>
          <a:xfrm>
            <a:off x="444723" y="3685032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Risco Assistencial</a:t>
            </a:r>
          </a:p>
        </p:txBody>
      </p:sp>
      <p:sp>
        <p:nvSpPr>
          <p:cNvPr id="776" name="Text 776"/>
          <p:cNvSpPr txBox="1"/>
          <p:nvPr/>
        </p:nvSpPr>
        <p:spPr>
          <a:xfrm>
            <a:off x="2502123" y="3685032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777" name="Text 777"/>
          <p:cNvSpPr txBox="1"/>
          <p:nvPr/>
        </p:nvSpPr>
        <p:spPr>
          <a:xfrm>
            <a:off x="3096483" y="368503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337 m²</a:t>
            </a:r>
          </a:p>
        </p:txBody>
      </p:sp>
      <p:sp>
        <p:nvSpPr>
          <p:cNvPr id="778" name="Text 778"/>
          <p:cNvSpPr txBox="1"/>
          <p:nvPr/>
        </p:nvSpPr>
        <p:spPr>
          <a:xfrm>
            <a:off x="4102323" y="368503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R$ 485.7 mil</a:t>
            </a:r>
          </a:p>
        </p:txBody>
      </p:sp>
      <p:sp>
        <p:nvSpPr>
          <p:cNvPr id="779" name="Text 779"/>
          <p:cNvSpPr txBox="1"/>
          <p:nvPr/>
        </p:nvSpPr>
        <p:spPr>
          <a:xfrm>
            <a:off x="5291043" y="368503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R$ 1.441</a:t>
            </a:r>
          </a:p>
        </p:txBody>
      </p:sp>
      <p:sp>
        <p:nvSpPr>
          <p:cNvPr id="830" name="Text 830"/>
          <p:cNvSpPr txBox="1"/>
          <p:nvPr/>
        </p:nvSpPr>
        <p:spPr>
          <a:xfrm>
            <a:off x="6232875" y="2423160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2F65B7"/>
                </a:solidFill>
              </a:rPr>
              <a:t>Nível de Obra</a:t>
            </a:r>
          </a:p>
        </p:txBody>
      </p:sp>
      <p:sp>
        <p:nvSpPr>
          <p:cNvPr id="840" name="Text 840"/>
          <p:cNvSpPr txBox="1"/>
          <p:nvPr/>
        </p:nvSpPr>
        <p:spPr>
          <a:xfrm>
            <a:off x="6232875" y="2752344"/>
            <a:ext cx="2057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Nível</a:t>
            </a:r>
          </a:p>
        </p:txBody>
      </p:sp>
      <p:sp>
        <p:nvSpPr>
          <p:cNvPr id="841" name="Text 841"/>
          <p:cNvSpPr txBox="1"/>
          <p:nvPr/>
        </p:nvSpPr>
        <p:spPr>
          <a:xfrm>
            <a:off x="8290275" y="2752344"/>
            <a:ext cx="59436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842" name="Text 842"/>
          <p:cNvSpPr txBox="1"/>
          <p:nvPr/>
        </p:nvSpPr>
        <p:spPr>
          <a:xfrm>
            <a:off x="8884635" y="2752344"/>
            <a:ext cx="10058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843" name="Text 843"/>
          <p:cNvSpPr txBox="1"/>
          <p:nvPr/>
        </p:nvSpPr>
        <p:spPr>
          <a:xfrm>
            <a:off x="9890475" y="2752344"/>
            <a:ext cx="11887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844" name="Text 844"/>
          <p:cNvSpPr txBox="1"/>
          <p:nvPr/>
        </p:nvSpPr>
        <p:spPr>
          <a:xfrm>
            <a:off x="11079195" y="275234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845" name="Text 845"/>
          <p:cNvSpPr txBox="1"/>
          <p:nvPr/>
        </p:nvSpPr>
        <p:spPr>
          <a:xfrm>
            <a:off x="6232875" y="3063240"/>
            <a:ext cx="2057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846" name="Text 846"/>
          <p:cNvSpPr txBox="1"/>
          <p:nvPr/>
        </p:nvSpPr>
        <p:spPr>
          <a:xfrm>
            <a:off x="8290275" y="3063240"/>
            <a:ext cx="5943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847" name="Text 847"/>
          <p:cNvSpPr txBox="1"/>
          <p:nvPr/>
        </p:nvSpPr>
        <p:spPr>
          <a:xfrm>
            <a:off x="8884635" y="3063240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848" name="Text 848"/>
          <p:cNvSpPr txBox="1"/>
          <p:nvPr/>
        </p:nvSpPr>
        <p:spPr>
          <a:xfrm>
            <a:off x="9890475" y="3063240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R$ 2.2 mi</a:t>
            </a:r>
          </a:p>
        </p:txBody>
      </p:sp>
      <p:sp>
        <p:nvSpPr>
          <p:cNvPr id="849" name="Text 849"/>
          <p:cNvSpPr txBox="1"/>
          <p:nvPr/>
        </p:nvSpPr>
        <p:spPr>
          <a:xfrm>
            <a:off x="11079195" y="306324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200">
                <a:solidFill>
                  <a:srgbClr val="15253F"/>
                </a:solidFill>
              </a:rPr>
              <a:t>R$ 1.878</a:t>
            </a:r>
          </a:p>
        </p:txBody>
      </p:sp>
      <p:sp>
        <p:nvSpPr>
          <p:cNvPr id="910" name="Text 910"/>
          <p:cNvSpPr txBox="1"/>
          <p:nvPr/>
        </p:nvSpPr>
        <p:spPr>
          <a:xfrm>
            <a:off x="658368" y="555955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200" dirty="0">
                <a:solidFill>
                  <a:srgbClr val="64748B"/>
                </a:solidFill>
              </a:rPr>
              <a:t>Estados líderes: CE (R$ 1.2 mi) | GO (R$ 485.7 mil) | PA (R$ 550.4 mil)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145620" y="809244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 dirty="0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14562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>
                <a:solidFill>
                  <a:srgbClr val="2F65B7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222191" y="1627632"/>
            <a:ext cx="2740465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222191" y="1938528"/>
            <a:ext cx="274046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4051.Troca Ressonância </a:t>
            </a:r>
            <a:r>
              <a:rPr lang="pt-BR" sz="1000" dirty="0" err="1">
                <a:solidFill>
                  <a:srgbClr val="15253F"/>
                </a:solidFill>
              </a:rPr>
              <a:t>Notrelabs</a:t>
            </a:r>
            <a:r>
              <a:rPr lang="pt-BR" sz="1000" dirty="0">
                <a:solidFill>
                  <a:srgbClr val="15253F"/>
                </a:solidFill>
              </a:rPr>
              <a:t> Santo Amaro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222191" y="2249424"/>
            <a:ext cx="2740465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4048.Nova Ressonância </a:t>
            </a:r>
            <a:r>
              <a:rPr lang="pt-BR" sz="1000" dirty="0" err="1">
                <a:solidFill>
                  <a:srgbClr val="15253F"/>
                </a:solidFill>
              </a:rPr>
              <a:t>Notrelabs</a:t>
            </a:r>
            <a:r>
              <a:rPr lang="pt-BR" sz="1000" dirty="0">
                <a:solidFill>
                  <a:srgbClr val="15253F"/>
                </a:solidFill>
              </a:rPr>
              <a:t> Banda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222191" y="2560320"/>
            <a:ext cx="274046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4052.Troca Ressonância </a:t>
            </a:r>
            <a:r>
              <a:rPr lang="pt-BR" sz="1000" dirty="0" err="1">
                <a:solidFill>
                  <a:srgbClr val="15253F"/>
                </a:solidFill>
              </a:rPr>
              <a:t>Notrelabs</a:t>
            </a:r>
            <a:r>
              <a:rPr lang="pt-BR" sz="1000" dirty="0">
                <a:solidFill>
                  <a:srgbClr val="15253F"/>
                </a:solidFill>
              </a:rPr>
              <a:t> Atlântica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222191" y="2871216"/>
            <a:ext cx="2740465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4049.Troca Ressonância </a:t>
            </a:r>
            <a:r>
              <a:rPr lang="pt-BR" sz="1000" dirty="0" err="1">
                <a:solidFill>
                  <a:srgbClr val="15253F"/>
                </a:solidFill>
              </a:rPr>
              <a:t>Notrelabs</a:t>
            </a:r>
            <a:r>
              <a:rPr lang="pt-BR" sz="1000" dirty="0">
                <a:solidFill>
                  <a:srgbClr val="15253F"/>
                </a:solidFill>
              </a:rPr>
              <a:t> Mauá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222191" y="3182112"/>
            <a:ext cx="274046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3986.Adequação Pref. </a:t>
            </a:r>
            <a:r>
              <a:rPr lang="pt-BR" sz="1000" dirty="0" err="1">
                <a:solidFill>
                  <a:srgbClr val="15253F"/>
                </a:solidFill>
              </a:rPr>
              <a:t>Notrelife</a:t>
            </a:r>
            <a:r>
              <a:rPr lang="pt-BR" sz="1000" dirty="0">
                <a:solidFill>
                  <a:srgbClr val="15253F"/>
                </a:solidFill>
              </a:rPr>
              <a:t> Sorocaba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222191" y="3493008"/>
            <a:ext cx="2740465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222191" y="3803904"/>
            <a:ext cx="274046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0000.Nova Ressonância HS Santa Maria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134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222191" y="4114800"/>
            <a:ext cx="2740465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3954.Nova Ressonância Ghelfond Guarulhos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104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R$ 863.3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R$ 8.290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222191" y="4425696"/>
            <a:ext cx="274046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3272.Adequação PPCI HS Rio Amazonas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162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R$ 1.1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R$ 6.971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289705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 dirty="0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 dirty="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4251.Adequação Angélica  (8º Pavimento)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7.512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R$ 5.2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R$ 688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4279.Adequação PPCI HS Ilha do Leite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5.635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R$ 1.7 mi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R$ 304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4370.Adequação PPCI HS Vasco Lucena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5.200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R$ 1.5 mi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R$ 294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0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1000">
                <a:solidFill>
                  <a:srgbClr val="15253F"/>
                </a:solidFill>
              </a:rPr>
              <a:t>R$ 2.860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2159</Words>
  <Application>Microsoft Office PowerPoint</Application>
  <PresentationFormat>Widescreen</PresentationFormat>
  <Paragraphs>687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2026-08-14T16:03:10Z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2026-08-14T15:13:02Z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b730c0ca-c8d1-4b91-89d7-7e870ea811d6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